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13"/>
  </p:notesMasterIdLst>
  <p:sldIdLst>
    <p:sldId id="302" r:id="rId2"/>
    <p:sldId id="303" r:id="rId3"/>
    <p:sldId id="304" r:id="rId4"/>
    <p:sldId id="305" r:id="rId5"/>
    <p:sldId id="306" r:id="rId6"/>
    <p:sldId id="312" r:id="rId7"/>
    <p:sldId id="313" r:id="rId8"/>
    <p:sldId id="301" r:id="rId9"/>
    <p:sldId id="311" r:id="rId10"/>
    <p:sldId id="310" r:id="rId11"/>
    <p:sldId id="309" r:id="rId12"/>
  </p:sldIdLst>
  <p:sldSz cx="121920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2B6B"/>
    <a:srgbClr val="C7B344"/>
    <a:srgbClr val="15752E"/>
    <a:srgbClr val="386C9E"/>
    <a:srgbClr val="BCAB51"/>
    <a:srgbClr val="37699B"/>
    <a:srgbClr val="167C30"/>
    <a:srgbClr val="C0AE52"/>
    <a:srgbClr val="7A2218"/>
    <a:srgbClr val="548E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0F63C-904E-EF47-81F1-60D339BD617A}" v="247" dt="2025-04-08T22:54:42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9"/>
    <p:restoredTop sz="94465"/>
  </p:normalViewPr>
  <p:slideViewPr>
    <p:cSldViewPr snapToGrid="0">
      <p:cViewPr>
        <p:scale>
          <a:sx n="100" d="100"/>
          <a:sy n="100" d="100"/>
        </p:scale>
        <p:origin x="19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ace, Madeleine - (maddiewallace)" userId="b5292899-9658-457b-aace-1c5192f6b315" providerId="ADAL" clId="{6910F63C-904E-EF47-81F1-60D339BD617A}"/>
    <pc:docChg chg="undo custSel addSld delSld modSld sldOrd">
      <pc:chgData name="Wallace, Madeleine - (maddiewallace)" userId="b5292899-9658-457b-aace-1c5192f6b315" providerId="ADAL" clId="{6910F63C-904E-EF47-81F1-60D339BD617A}" dt="2025-04-08T22:54:42.541" v="4471" actId="164"/>
      <pc:docMkLst>
        <pc:docMk/>
      </pc:docMkLst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480821998" sldId="257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489799965" sldId="258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1143044142" sldId="260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319544030" sldId="261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4063806939" sldId="263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594118765" sldId="264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3260495087" sldId="265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1601020736" sldId="266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1863216376" sldId="267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506746986" sldId="268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829325568" sldId="269"/>
        </pc:sldMkLst>
      </pc:sldChg>
      <pc:sldChg chg="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932289456" sldId="270"/>
        </pc:sldMkLst>
      </pc:sldChg>
      <pc:sldChg chg="new del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453345084" sldId="271"/>
        </pc:sldMkLst>
      </pc:sldChg>
      <pc:sldChg chg="modSp add del mod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3163542363" sldId="299"/>
        </pc:sldMkLst>
      </pc:sldChg>
      <pc:sldChg chg="addSp delSp modSp new del mod setBg">
        <pc:chgData name="Wallace, Madeleine - (maddiewallace)" userId="b5292899-9658-457b-aace-1c5192f6b315" providerId="ADAL" clId="{6910F63C-904E-EF47-81F1-60D339BD617A}" dt="2025-02-08T19:15:38.689" v="2602" actId="2696"/>
        <pc:sldMkLst>
          <pc:docMk/>
          <pc:sldMk cId="2316777840" sldId="300"/>
        </pc:sldMkLst>
      </pc:sldChg>
      <pc:sldChg chg="addSp modSp new mod ord">
        <pc:chgData name="Wallace, Madeleine - (maddiewallace)" userId="b5292899-9658-457b-aace-1c5192f6b315" providerId="ADAL" clId="{6910F63C-904E-EF47-81F1-60D339BD617A}" dt="2025-02-07T00:04:55.088" v="759" actId="20578"/>
        <pc:sldMkLst>
          <pc:docMk/>
          <pc:sldMk cId="811470106" sldId="301"/>
        </pc:sldMkLst>
        <pc:spChg chg="add mod">
          <ac:chgData name="Wallace, Madeleine - (maddiewallace)" userId="b5292899-9658-457b-aace-1c5192f6b315" providerId="ADAL" clId="{6910F63C-904E-EF47-81F1-60D339BD617A}" dt="2025-02-07T00:04:46.964" v="757" actId="20577"/>
          <ac:spMkLst>
            <pc:docMk/>
            <pc:sldMk cId="811470106" sldId="301"/>
            <ac:spMk id="2" creationId="{BE7078C4-8FC5-3749-6E2E-AD1072C25580}"/>
          </ac:spMkLst>
        </pc:spChg>
      </pc:sldChg>
      <pc:sldChg chg="addSp delSp modSp new mod modNotesTx">
        <pc:chgData name="Wallace, Madeleine - (maddiewallace)" userId="b5292899-9658-457b-aace-1c5192f6b315" providerId="ADAL" clId="{6910F63C-904E-EF47-81F1-60D339BD617A}" dt="2025-02-09T20:06:05.523" v="2717" actId="1076"/>
        <pc:sldMkLst>
          <pc:docMk/>
          <pc:sldMk cId="2246545033" sldId="302"/>
        </pc:sldMkLst>
        <pc:spChg chg="add mod">
          <ac:chgData name="Wallace, Madeleine - (maddiewallace)" userId="b5292899-9658-457b-aace-1c5192f6b315" providerId="ADAL" clId="{6910F63C-904E-EF47-81F1-60D339BD617A}" dt="2025-02-08T19:29:36.053" v="2705" actId="5736"/>
          <ac:spMkLst>
            <pc:docMk/>
            <pc:sldMk cId="2246545033" sldId="302"/>
            <ac:spMk id="6" creationId="{0D897714-C019-21FE-59BF-007EB4509038}"/>
          </ac:spMkLst>
        </pc:spChg>
        <pc:spChg chg="add mod">
          <ac:chgData name="Wallace, Madeleine - (maddiewallace)" userId="b5292899-9658-457b-aace-1c5192f6b315" providerId="ADAL" clId="{6910F63C-904E-EF47-81F1-60D339BD617A}" dt="2025-02-08T19:29:36.053" v="2705" actId="5736"/>
          <ac:spMkLst>
            <pc:docMk/>
            <pc:sldMk cId="2246545033" sldId="302"/>
            <ac:spMk id="7" creationId="{4163EAB7-6C79-A536-4FFE-352E75063384}"/>
          </ac:spMkLst>
        </pc:spChg>
        <pc:graphicFrameChg chg="add mod">
          <ac:chgData name="Wallace, Madeleine - (maddiewallace)" userId="b5292899-9658-457b-aace-1c5192f6b315" providerId="ADAL" clId="{6910F63C-904E-EF47-81F1-60D339BD617A}" dt="2025-02-08T19:29:36.053" v="2705" actId="5736"/>
          <ac:graphicFrameMkLst>
            <pc:docMk/>
            <pc:sldMk cId="2246545033" sldId="302"/>
            <ac:graphicFrameMk id="9" creationId="{7A830156-5CDD-004F-9165-EBDDB05CF42E}"/>
          </ac:graphicFrameMkLst>
        </pc:graphicFrameChg>
        <pc:picChg chg="add mod">
          <ac:chgData name="Wallace, Madeleine - (maddiewallace)" userId="b5292899-9658-457b-aace-1c5192f6b315" providerId="ADAL" clId="{6910F63C-904E-EF47-81F1-60D339BD617A}" dt="2025-02-09T20:06:05.523" v="2717" actId="1076"/>
          <ac:picMkLst>
            <pc:docMk/>
            <pc:sldMk cId="2246545033" sldId="302"/>
            <ac:picMk id="2" creationId="{A56D6A08-FDC3-6FE2-6EF6-B33DDD4E26FB}"/>
          </ac:picMkLst>
        </pc:picChg>
      </pc:sldChg>
      <pc:sldChg chg="addSp modSp new mod modNotesTx">
        <pc:chgData name="Wallace, Madeleine - (maddiewallace)" userId="b5292899-9658-457b-aace-1c5192f6b315" providerId="ADAL" clId="{6910F63C-904E-EF47-81F1-60D339BD617A}" dt="2025-02-07T00:06:32.967" v="775" actId="1076"/>
        <pc:sldMkLst>
          <pc:docMk/>
          <pc:sldMk cId="1372037891" sldId="303"/>
        </pc:sldMkLst>
        <pc:picChg chg="add mod">
          <ac:chgData name="Wallace, Madeleine - (maddiewallace)" userId="b5292899-9658-457b-aace-1c5192f6b315" providerId="ADAL" clId="{6910F63C-904E-EF47-81F1-60D339BD617A}" dt="2025-02-07T00:06:32.967" v="775" actId="1076"/>
          <ac:picMkLst>
            <pc:docMk/>
            <pc:sldMk cId="1372037891" sldId="303"/>
            <ac:picMk id="2" creationId="{C4CAE56E-B4E9-491F-82A4-30D8CBF28A4C}"/>
          </ac:picMkLst>
        </pc:picChg>
      </pc:sldChg>
      <pc:sldChg chg="addSp delSp modSp new mod modNotesTx">
        <pc:chgData name="Wallace, Madeleine - (maddiewallace)" userId="b5292899-9658-457b-aace-1c5192f6b315" providerId="ADAL" clId="{6910F63C-904E-EF47-81F1-60D339BD617A}" dt="2025-02-07T00:09:04.943" v="802" actId="1076"/>
        <pc:sldMkLst>
          <pc:docMk/>
          <pc:sldMk cId="1603369189" sldId="304"/>
        </pc:sldMkLst>
        <pc:graphicFrameChg chg="add mod">
          <ac:chgData name="Wallace, Madeleine - (maddiewallace)" userId="b5292899-9658-457b-aace-1c5192f6b315" providerId="ADAL" clId="{6910F63C-904E-EF47-81F1-60D339BD617A}" dt="2025-02-07T00:09:04.943" v="802" actId="1076"/>
          <ac:graphicFrameMkLst>
            <pc:docMk/>
            <pc:sldMk cId="1603369189" sldId="304"/>
            <ac:graphicFrameMk id="8" creationId="{3FA1B915-5114-0E81-5CAB-5562BE35D725}"/>
          </ac:graphicFrameMkLst>
        </pc:graphicFrameChg>
      </pc:sldChg>
      <pc:sldChg chg="addSp delSp modSp new mod modNotesTx">
        <pc:chgData name="Wallace, Madeleine - (maddiewallace)" userId="b5292899-9658-457b-aace-1c5192f6b315" providerId="ADAL" clId="{6910F63C-904E-EF47-81F1-60D339BD617A}" dt="2025-02-07T00:09:09.332" v="804" actId="20577"/>
        <pc:sldMkLst>
          <pc:docMk/>
          <pc:sldMk cId="650697548" sldId="305"/>
        </pc:sldMkLst>
        <pc:graphicFrameChg chg="add mod">
          <ac:chgData name="Wallace, Madeleine - (maddiewallace)" userId="b5292899-9658-457b-aace-1c5192f6b315" providerId="ADAL" clId="{6910F63C-904E-EF47-81F1-60D339BD617A}" dt="2025-02-07T00:08:44.895" v="798" actId="1076"/>
          <ac:graphicFrameMkLst>
            <pc:docMk/>
            <pc:sldMk cId="650697548" sldId="305"/>
            <ac:graphicFrameMk id="5" creationId="{43116C18-DDAF-EBB8-C5F9-61BA63D08C4C}"/>
          </ac:graphicFrameMkLst>
        </pc:graphicFrameChg>
      </pc:sldChg>
      <pc:sldChg chg="addSp delSp modSp new mod modNotesTx">
        <pc:chgData name="Wallace, Madeleine - (maddiewallace)" userId="b5292899-9658-457b-aace-1c5192f6b315" providerId="ADAL" clId="{6910F63C-904E-EF47-81F1-60D339BD617A}" dt="2025-02-07T15:13:57.309" v="1366" actId="1076"/>
        <pc:sldMkLst>
          <pc:docMk/>
          <pc:sldMk cId="711721554" sldId="306"/>
        </pc:sldMkLst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74" creationId="{2ED9D7FC-FFA8-540F-FAC0-F30604E13B1D}"/>
          </ac:spMkLst>
        </pc:spChg>
        <pc:spChg chg="add mod">
          <ac:chgData name="Wallace, Madeleine - (maddiewallace)" userId="b5292899-9658-457b-aace-1c5192f6b315" providerId="ADAL" clId="{6910F63C-904E-EF47-81F1-60D339BD617A}" dt="2025-02-07T00:55:01.860" v="1024" actId="113"/>
          <ac:spMkLst>
            <pc:docMk/>
            <pc:sldMk cId="711721554" sldId="306"/>
            <ac:spMk id="75" creationId="{54932C66-35FE-F3D9-E66F-1DA6BC7FE3BF}"/>
          </ac:spMkLst>
        </pc:spChg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76" creationId="{7BBC716C-A6FF-E821-A3BD-705846488FF3}"/>
          </ac:spMkLst>
        </pc:spChg>
        <pc:spChg chg="add mod">
          <ac:chgData name="Wallace, Madeleine - (maddiewallace)" userId="b5292899-9658-457b-aace-1c5192f6b315" providerId="ADAL" clId="{6910F63C-904E-EF47-81F1-60D339BD617A}" dt="2025-02-07T00:55:01.860" v="1024" actId="113"/>
          <ac:spMkLst>
            <pc:docMk/>
            <pc:sldMk cId="711721554" sldId="306"/>
            <ac:spMk id="77" creationId="{E537B14A-9353-D6D1-17B0-D6A5DEB67AFD}"/>
          </ac:spMkLst>
        </pc:spChg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78" creationId="{422E4277-F825-2417-E48E-DA4CE0AE4219}"/>
          </ac:spMkLst>
        </pc:spChg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79" creationId="{1A2B3836-0D61-DE60-431F-75FBBDA604E9}"/>
          </ac:spMkLst>
        </pc:spChg>
        <pc:spChg chg="add mod">
          <ac:chgData name="Wallace, Madeleine - (maddiewallace)" userId="b5292899-9658-457b-aace-1c5192f6b315" providerId="ADAL" clId="{6910F63C-904E-EF47-81F1-60D339BD617A}" dt="2025-02-07T00:55:01.860" v="1024" actId="113"/>
          <ac:spMkLst>
            <pc:docMk/>
            <pc:sldMk cId="711721554" sldId="306"/>
            <ac:spMk id="80" creationId="{88353C36-C1A8-0896-C4A4-D59B7A58B5D3}"/>
          </ac:spMkLst>
        </pc:spChg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81" creationId="{D5BAFBEE-97F8-FD57-CB81-044F5FA11812}"/>
          </ac:spMkLst>
        </pc:spChg>
        <pc:spChg chg="add mod">
          <ac:chgData name="Wallace, Madeleine - (maddiewallace)" userId="b5292899-9658-457b-aace-1c5192f6b315" providerId="ADAL" clId="{6910F63C-904E-EF47-81F1-60D339BD617A}" dt="2025-02-07T01:00:35.043" v="1200" actId="164"/>
          <ac:spMkLst>
            <pc:docMk/>
            <pc:sldMk cId="711721554" sldId="306"/>
            <ac:spMk id="82" creationId="{D5ED2479-2153-9B65-956E-1FE562330FCE}"/>
          </ac:spMkLst>
        </pc:spChg>
        <pc:spChg chg="add mod">
          <ac:chgData name="Wallace, Madeleine - (maddiewallace)" userId="b5292899-9658-457b-aace-1c5192f6b315" providerId="ADAL" clId="{6910F63C-904E-EF47-81F1-60D339BD617A}" dt="2025-02-07T01:03:15.731" v="1210" actId="164"/>
          <ac:spMkLst>
            <pc:docMk/>
            <pc:sldMk cId="711721554" sldId="306"/>
            <ac:spMk id="83" creationId="{BC26BA3A-EE0C-3419-7A16-0C904B9CB60B}"/>
          </ac:spMkLst>
        </pc:spChg>
        <pc:spChg chg="add mod">
          <ac:chgData name="Wallace, Madeleine - (maddiewallace)" userId="b5292899-9658-457b-aace-1c5192f6b315" providerId="ADAL" clId="{6910F63C-904E-EF47-81F1-60D339BD617A}" dt="2025-02-07T01:05:22.005" v="1224" actId="1038"/>
          <ac:spMkLst>
            <pc:docMk/>
            <pc:sldMk cId="711721554" sldId="306"/>
            <ac:spMk id="84" creationId="{5F33EE37-4D0F-D470-931E-401BF135B11C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85" creationId="{EFD5D1C2-BD52-315C-8499-026879A22162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86" creationId="{4EFE8A95-B01E-469F-84AA-CB34F3E1BFF2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87" creationId="{321FD921-2E4B-E4E7-34A8-2654914EB492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88" creationId="{8F9C70B3-63D4-5F88-376C-02D1BF19D61A}"/>
          </ac:spMkLst>
        </pc:spChg>
        <pc:spChg chg="add mod">
          <ac:chgData name="Wallace, Madeleine - (maddiewallace)" userId="b5292899-9658-457b-aace-1c5192f6b315" providerId="ADAL" clId="{6910F63C-904E-EF47-81F1-60D339BD617A}" dt="2025-02-07T01:05:28.690" v="1225" actId="1076"/>
          <ac:spMkLst>
            <pc:docMk/>
            <pc:sldMk cId="711721554" sldId="306"/>
            <ac:spMk id="89" creationId="{4B1C2F93-A7A0-821A-3F95-25A814C0A13D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90" creationId="{28EBB036-CDD4-8FD8-488B-8605ECA66C41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91" creationId="{93E4B1C8-D87C-09C5-27A3-469312922FA5}"/>
          </ac:spMkLst>
        </pc:spChg>
        <pc:spChg chg="add mod">
          <ac:chgData name="Wallace, Madeleine - (maddiewallace)" userId="b5292899-9658-457b-aace-1c5192f6b315" providerId="ADAL" clId="{6910F63C-904E-EF47-81F1-60D339BD617A}" dt="2025-02-07T01:05:15.858" v="1220" actId="404"/>
          <ac:spMkLst>
            <pc:docMk/>
            <pc:sldMk cId="711721554" sldId="306"/>
            <ac:spMk id="92" creationId="{2C2452CB-65D0-D91A-1B7B-DC994287BC68}"/>
          </ac:spMkLst>
        </pc:spChg>
        <pc:spChg chg="add mod">
          <ac:chgData name="Wallace, Madeleine - (maddiewallace)" userId="b5292899-9658-457b-aace-1c5192f6b315" providerId="ADAL" clId="{6910F63C-904E-EF47-81F1-60D339BD617A}" dt="2025-02-07T01:05:42.011" v="1227" actId="404"/>
          <ac:spMkLst>
            <pc:docMk/>
            <pc:sldMk cId="711721554" sldId="306"/>
            <ac:spMk id="93" creationId="{C08F2A3B-EC88-3FA7-220E-8F4D0210718F}"/>
          </ac:spMkLst>
        </pc:spChg>
        <pc:spChg chg="add mod">
          <ac:chgData name="Wallace, Madeleine - (maddiewallace)" userId="b5292899-9658-457b-aace-1c5192f6b315" providerId="ADAL" clId="{6910F63C-904E-EF47-81F1-60D339BD617A}" dt="2025-02-07T01:09:51.601" v="1316" actId="164"/>
          <ac:spMkLst>
            <pc:docMk/>
            <pc:sldMk cId="711721554" sldId="306"/>
            <ac:spMk id="96" creationId="{7CAE0D5F-FE8C-3B7D-0C81-62C97E21452C}"/>
          </ac:spMkLst>
        </pc:spChg>
        <pc:spChg chg="add mod">
          <ac:chgData name="Wallace, Madeleine - (maddiewallace)" userId="b5292899-9658-457b-aace-1c5192f6b315" providerId="ADAL" clId="{6910F63C-904E-EF47-81F1-60D339BD617A}" dt="2025-02-07T01:09:51.601" v="1316" actId="164"/>
          <ac:spMkLst>
            <pc:docMk/>
            <pc:sldMk cId="711721554" sldId="306"/>
            <ac:spMk id="97" creationId="{2107B0D8-26B8-047E-0482-AAA11434ABBC}"/>
          </ac:spMkLst>
        </pc:spChg>
        <pc:spChg chg="add mod">
          <ac:chgData name="Wallace, Madeleine - (maddiewallace)" userId="b5292899-9658-457b-aace-1c5192f6b315" providerId="ADAL" clId="{6910F63C-904E-EF47-81F1-60D339BD617A}" dt="2025-02-07T01:09:51.601" v="1316" actId="164"/>
          <ac:spMkLst>
            <pc:docMk/>
            <pc:sldMk cId="711721554" sldId="306"/>
            <ac:spMk id="99" creationId="{4E7B054E-FD33-FE3A-AD90-9141F6BE1B19}"/>
          </ac:spMkLst>
        </pc:spChg>
        <pc:spChg chg="add mod">
          <ac:chgData name="Wallace, Madeleine - (maddiewallace)" userId="b5292899-9658-457b-aace-1c5192f6b315" providerId="ADAL" clId="{6910F63C-904E-EF47-81F1-60D339BD617A}" dt="2025-02-07T15:13:37.917" v="1362" actId="1076"/>
          <ac:spMkLst>
            <pc:docMk/>
            <pc:sldMk cId="711721554" sldId="306"/>
            <ac:spMk id="101" creationId="{7656E042-83E7-3989-B12B-0B7C65076784}"/>
          </ac:spMkLst>
        </pc:spChg>
        <pc:spChg chg="add mod">
          <ac:chgData name="Wallace, Madeleine - (maddiewallace)" userId="b5292899-9658-457b-aace-1c5192f6b315" providerId="ADAL" clId="{6910F63C-904E-EF47-81F1-60D339BD617A}" dt="2025-02-07T15:13:45.919" v="1364" actId="1076"/>
          <ac:spMkLst>
            <pc:docMk/>
            <pc:sldMk cId="711721554" sldId="306"/>
            <ac:spMk id="102" creationId="{DC30B061-49E2-E621-94B1-6F09DE17D048}"/>
          </ac:spMkLst>
        </pc:spChg>
        <pc:spChg chg="add mod">
          <ac:chgData name="Wallace, Madeleine - (maddiewallace)" userId="b5292899-9658-457b-aace-1c5192f6b315" providerId="ADAL" clId="{6910F63C-904E-EF47-81F1-60D339BD617A}" dt="2025-02-07T15:13:57.309" v="1366" actId="1076"/>
          <ac:spMkLst>
            <pc:docMk/>
            <pc:sldMk cId="711721554" sldId="306"/>
            <ac:spMk id="103" creationId="{1F2BACA8-8289-9EA4-E898-C5FA732FFEE6}"/>
          </ac:spMkLst>
        </pc:spChg>
        <pc:grpChg chg="mod">
          <ac:chgData name="Wallace, Madeleine - (maddiewallace)" userId="b5292899-9658-457b-aace-1c5192f6b315" providerId="ADAL" clId="{6910F63C-904E-EF47-81F1-60D339BD617A}" dt="2025-02-07T01:04:55.468" v="1218" actId="14100"/>
          <ac:grpSpMkLst>
            <pc:docMk/>
            <pc:sldMk cId="711721554" sldId="306"/>
            <ac:grpSpMk id="94" creationId="{18A5E91F-8852-9CE3-E0EE-E65DB016501D}"/>
          </ac:grpSpMkLst>
        </pc:grpChg>
        <pc:grpChg chg="add mod">
          <ac:chgData name="Wallace, Madeleine - (maddiewallace)" userId="b5292899-9658-457b-aace-1c5192f6b315" providerId="ADAL" clId="{6910F63C-904E-EF47-81F1-60D339BD617A}" dt="2025-02-07T01:05:39.323" v="1226" actId="14100"/>
          <ac:grpSpMkLst>
            <pc:docMk/>
            <pc:sldMk cId="711721554" sldId="306"/>
            <ac:grpSpMk id="95" creationId="{DCF8E364-E37D-1FBE-78C2-5B34C0F40BB1}"/>
          </ac:grpSpMkLst>
        </pc:grpChg>
        <pc:grpChg chg="add mod">
          <ac:chgData name="Wallace, Madeleine - (maddiewallace)" userId="b5292899-9658-457b-aace-1c5192f6b315" providerId="ADAL" clId="{6910F63C-904E-EF47-81F1-60D339BD617A}" dt="2025-02-07T01:09:51.601" v="1316" actId="164"/>
          <ac:grpSpMkLst>
            <pc:docMk/>
            <pc:sldMk cId="711721554" sldId="306"/>
            <ac:grpSpMk id="100" creationId="{8F2B4E18-86B4-62DD-602F-5707934B0C47}"/>
          </ac:grpSpMkLst>
        </pc:grpChg>
        <pc:picChg chg="add mod">
          <ac:chgData name="Wallace, Madeleine - (maddiewallace)" userId="b5292899-9658-457b-aace-1c5192f6b315" providerId="ADAL" clId="{6910F63C-904E-EF47-81F1-60D339BD617A}" dt="2025-02-07T00:21:24.379" v="820" actId="1076"/>
          <ac:picMkLst>
            <pc:docMk/>
            <pc:sldMk cId="711721554" sldId="306"/>
            <ac:picMk id="52" creationId="{A559D6D4-D511-35EA-F430-DF14E225D35C}"/>
          </ac:picMkLst>
        </pc:picChg>
        <pc:picChg chg="add mod">
          <ac:chgData name="Wallace, Madeleine - (maddiewallace)" userId="b5292899-9658-457b-aace-1c5192f6b315" providerId="ADAL" clId="{6910F63C-904E-EF47-81F1-60D339BD617A}" dt="2025-02-07T00:21:35.102" v="824" actId="1076"/>
          <ac:picMkLst>
            <pc:docMk/>
            <pc:sldMk cId="711721554" sldId="306"/>
            <ac:picMk id="54" creationId="{933E52C4-BBEC-4BEC-4176-18D459AE4506}"/>
          </ac:picMkLst>
        </pc:picChg>
        <pc:picChg chg="add mod">
          <ac:chgData name="Wallace, Madeleine - (maddiewallace)" userId="b5292899-9658-457b-aace-1c5192f6b315" providerId="ADAL" clId="{6910F63C-904E-EF47-81F1-60D339BD617A}" dt="2025-02-07T00:22:43.722" v="826" actId="1076"/>
          <ac:picMkLst>
            <pc:docMk/>
            <pc:sldMk cId="711721554" sldId="306"/>
            <ac:picMk id="56" creationId="{BCF701F7-30E4-CE15-B889-56B52290B905}"/>
          </ac:picMkLst>
        </pc:picChg>
        <pc:picChg chg="add mod">
          <ac:chgData name="Wallace, Madeleine - (maddiewallace)" userId="b5292899-9658-457b-aace-1c5192f6b315" providerId="ADAL" clId="{6910F63C-904E-EF47-81F1-60D339BD617A}" dt="2025-02-07T00:35:34.691" v="928" actId="1038"/>
          <ac:picMkLst>
            <pc:docMk/>
            <pc:sldMk cId="711721554" sldId="306"/>
            <ac:picMk id="58" creationId="{DE85D55F-5CB6-123F-C86F-963C354A7ACA}"/>
          </ac:picMkLst>
        </pc:picChg>
        <pc:picChg chg="add mod">
          <ac:chgData name="Wallace, Madeleine - (maddiewallace)" userId="b5292899-9658-457b-aace-1c5192f6b315" providerId="ADAL" clId="{6910F63C-904E-EF47-81F1-60D339BD617A}" dt="2025-02-07T00:26:35.915" v="895" actId="1036"/>
          <ac:picMkLst>
            <pc:docMk/>
            <pc:sldMk cId="711721554" sldId="306"/>
            <ac:picMk id="60" creationId="{48E7F3FC-A1FD-FF68-18D7-01C047601E24}"/>
          </ac:picMkLst>
        </pc:picChg>
        <pc:picChg chg="add mod">
          <ac:chgData name="Wallace, Madeleine - (maddiewallace)" userId="b5292899-9658-457b-aace-1c5192f6b315" providerId="ADAL" clId="{6910F63C-904E-EF47-81F1-60D339BD617A}" dt="2025-02-07T00:35:44.246" v="933" actId="1038"/>
          <ac:picMkLst>
            <pc:docMk/>
            <pc:sldMk cId="711721554" sldId="306"/>
            <ac:picMk id="61" creationId="{80F70282-A7EB-CB77-A7B8-AA67DB6E76E6}"/>
          </ac:picMkLst>
        </pc:picChg>
        <pc:picChg chg="add mod">
          <ac:chgData name="Wallace, Madeleine - (maddiewallace)" userId="b5292899-9658-457b-aace-1c5192f6b315" providerId="ADAL" clId="{6910F63C-904E-EF47-81F1-60D339BD617A}" dt="2025-02-07T00:35:49.705" v="936" actId="1038"/>
          <ac:picMkLst>
            <pc:docMk/>
            <pc:sldMk cId="711721554" sldId="306"/>
            <ac:picMk id="63" creationId="{69166564-544B-2D43-826E-256AEAC3CD9E}"/>
          </ac:picMkLst>
        </pc:picChg>
        <pc:picChg chg="add mod">
          <ac:chgData name="Wallace, Madeleine - (maddiewallace)" userId="b5292899-9658-457b-aace-1c5192f6b315" providerId="ADAL" clId="{6910F63C-904E-EF47-81F1-60D339BD617A}" dt="2025-02-07T00:35:38.490" v="931" actId="1038"/>
          <ac:picMkLst>
            <pc:docMk/>
            <pc:sldMk cId="711721554" sldId="306"/>
            <ac:picMk id="65" creationId="{D461AD91-6A1D-E33E-5697-2E2A39452178}"/>
          </ac:picMkLst>
        </pc:picChg>
        <pc:picChg chg="add mod">
          <ac:chgData name="Wallace, Madeleine - (maddiewallace)" userId="b5292899-9658-457b-aace-1c5192f6b315" providerId="ADAL" clId="{6910F63C-904E-EF47-81F1-60D339BD617A}" dt="2025-02-07T00:38:55.575" v="939" actId="1038"/>
          <ac:picMkLst>
            <pc:docMk/>
            <pc:sldMk cId="711721554" sldId="306"/>
            <ac:picMk id="67" creationId="{77E284DD-A26A-300F-6BBA-E26090790FE3}"/>
          </ac:picMkLst>
        </pc:picChg>
        <pc:picChg chg="add mod">
          <ac:chgData name="Wallace, Madeleine - (maddiewallace)" userId="b5292899-9658-457b-aace-1c5192f6b315" providerId="ADAL" clId="{6910F63C-904E-EF47-81F1-60D339BD617A}" dt="2025-02-07T00:42:11.373" v="947" actId="1076"/>
          <ac:picMkLst>
            <pc:docMk/>
            <pc:sldMk cId="711721554" sldId="306"/>
            <ac:picMk id="69" creationId="{DA8198E9-CFF1-FBCA-0D04-B02F2E9419EB}"/>
          </ac:picMkLst>
        </pc:picChg>
        <pc:picChg chg="add mod">
          <ac:chgData name="Wallace, Madeleine - (maddiewallace)" userId="b5292899-9658-457b-aace-1c5192f6b315" providerId="ADAL" clId="{6910F63C-904E-EF47-81F1-60D339BD617A}" dt="2025-02-07T01:03:15.731" v="1210" actId="164"/>
          <ac:picMkLst>
            <pc:docMk/>
            <pc:sldMk cId="711721554" sldId="306"/>
            <ac:picMk id="73" creationId="{807A5100-CBE6-FA38-629E-EEC5683613A9}"/>
          </ac:picMkLst>
        </pc:picChg>
      </pc:sldChg>
      <pc:sldChg chg="addSp delSp modSp new del mod modNotesTx">
        <pc:chgData name="Wallace, Madeleine - (maddiewallace)" userId="b5292899-9658-457b-aace-1c5192f6b315" providerId="ADAL" clId="{6910F63C-904E-EF47-81F1-60D339BD617A}" dt="2025-04-08T22:18:32.102" v="3492" actId="2696"/>
        <pc:sldMkLst>
          <pc:docMk/>
          <pc:sldMk cId="3302600938" sldId="307"/>
        </pc:sldMkLst>
      </pc:sldChg>
      <pc:sldChg chg="addSp delSp modSp new del mod">
        <pc:chgData name="Wallace, Madeleine - (maddiewallace)" userId="b5292899-9658-457b-aace-1c5192f6b315" providerId="ADAL" clId="{6910F63C-904E-EF47-81F1-60D339BD617A}" dt="2025-04-08T22:18:32.102" v="3492" actId="2696"/>
        <pc:sldMkLst>
          <pc:docMk/>
          <pc:sldMk cId="1947747802" sldId="308"/>
        </pc:sldMkLst>
      </pc:sldChg>
      <pc:sldChg chg="addSp delSp modSp new mod modNotesTx">
        <pc:chgData name="Wallace, Madeleine - (maddiewallace)" userId="b5292899-9658-457b-aace-1c5192f6b315" providerId="ADAL" clId="{6910F63C-904E-EF47-81F1-60D339BD617A}" dt="2025-02-10T00:39:40.369" v="2884"/>
        <pc:sldMkLst>
          <pc:docMk/>
          <pc:sldMk cId="4280072064" sldId="309"/>
        </pc:sldMkLst>
        <pc:graphicFrameChg chg="add mod">
          <ac:chgData name="Wallace, Madeleine - (maddiewallace)" userId="b5292899-9658-457b-aace-1c5192f6b315" providerId="ADAL" clId="{6910F63C-904E-EF47-81F1-60D339BD617A}" dt="2025-02-10T00:39:40.369" v="2884"/>
          <ac:graphicFrameMkLst>
            <pc:docMk/>
            <pc:sldMk cId="4280072064" sldId="309"/>
            <ac:graphicFrameMk id="3" creationId="{43564150-1A29-AD4E-6105-BB19C638C84C}"/>
          </ac:graphicFrameMkLst>
        </pc:graphicFrameChg>
      </pc:sldChg>
      <pc:sldChg chg="addSp delSp modSp new mod modNotesTx">
        <pc:chgData name="Wallace, Madeleine - (maddiewallace)" userId="b5292899-9658-457b-aace-1c5192f6b315" providerId="ADAL" clId="{6910F63C-904E-EF47-81F1-60D339BD617A}" dt="2025-02-10T00:49:02.192" v="3027"/>
        <pc:sldMkLst>
          <pc:docMk/>
          <pc:sldMk cId="2541760858" sldId="310"/>
        </pc:sldMkLst>
        <pc:spChg chg="add mod topLvl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10" creationId="{672B478A-7033-112A-125A-54F3B7452165}"/>
          </ac:spMkLst>
        </pc:spChg>
        <pc:spChg chg="add mod topLvl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15" creationId="{6C1ADC34-7E05-5A56-1576-05C569C3A3F0}"/>
          </ac:spMkLst>
        </pc:spChg>
        <pc:spChg chg="add mod topLvl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16" creationId="{B843278E-890B-B03A-432C-1DCE8681A82A}"/>
          </ac:spMkLst>
        </pc:spChg>
        <pc:spChg chg="add mod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24" creationId="{4EADD463-316C-C672-3F06-528AD241FF26}"/>
          </ac:spMkLst>
        </pc:spChg>
        <pc:spChg chg="add mod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25" creationId="{D7FC5616-6BDF-F4B9-F7A3-3A6F4D08C5C3}"/>
          </ac:spMkLst>
        </pc:spChg>
        <pc:spChg chg="add mod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28" creationId="{0091D53D-B2B5-5758-1F1C-DDA18C1585B0}"/>
          </ac:spMkLst>
        </pc:spChg>
        <pc:spChg chg="add mod">
          <ac:chgData name="Wallace, Madeleine - (maddiewallace)" userId="b5292899-9658-457b-aace-1c5192f6b315" providerId="ADAL" clId="{6910F63C-904E-EF47-81F1-60D339BD617A}" dt="2025-02-10T00:46:34.999" v="3026" actId="164"/>
          <ac:spMkLst>
            <pc:docMk/>
            <pc:sldMk cId="2541760858" sldId="310"/>
            <ac:spMk id="29" creationId="{9AD19EB2-E006-BA04-3E67-F4A3BAD7A6A0}"/>
          </ac:spMkLst>
        </pc:spChg>
        <pc:picChg chg="add mod">
          <ac:chgData name="Wallace, Madeleine - (maddiewallace)" userId="b5292899-9658-457b-aace-1c5192f6b315" providerId="ADAL" clId="{6910F63C-904E-EF47-81F1-60D339BD617A}" dt="2025-02-10T00:46:34.999" v="3026" actId="164"/>
          <ac:picMkLst>
            <pc:docMk/>
            <pc:sldMk cId="2541760858" sldId="310"/>
            <ac:picMk id="21" creationId="{11020C29-252E-37FB-6139-B52F75BBD100}"/>
          </ac:picMkLst>
        </pc:picChg>
        <pc:picChg chg="add mod">
          <ac:chgData name="Wallace, Madeleine - (maddiewallace)" userId="b5292899-9658-457b-aace-1c5192f6b315" providerId="ADAL" clId="{6910F63C-904E-EF47-81F1-60D339BD617A}" dt="2025-02-10T00:46:34.999" v="3026" actId="164"/>
          <ac:picMkLst>
            <pc:docMk/>
            <pc:sldMk cId="2541760858" sldId="310"/>
            <ac:picMk id="23" creationId="{F2513A93-BD73-B16A-8305-8950A9F59D17}"/>
          </ac:picMkLst>
        </pc:picChg>
        <pc:picChg chg="add mod">
          <ac:chgData name="Wallace, Madeleine - (maddiewallace)" userId="b5292899-9658-457b-aace-1c5192f6b315" providerId="ADAL" clId="{6910F63C-904E-EF47-81F1-60D339BD617A}" dt="2025-02-10T00:46:34.999" v="3026" actId="164"/>
          <ac:picMkLst>
            <pc:docMk/>
            <pc:sldMk cId="2541760858" sldId="310"/>
            <ac:picMk id="27" creationId="{39CF2FFE-EB88-428A-29E6-E1D4EE0D6C1A}"/>
          </ac:picMkLst>
        </pc:picChg>
      </pc:sldChg>
      <pc:sldChg chg="addSp modSp new mod">
        <pc:chgData name="Wallace, Madeleine - (maddiewallace)" userId="b5292899-9658-457b-aace-1c5192f6b315" providerId="ADAL" clId="{6910F63C-904E-EF47-81F1-60D339BD617A}" dt="2025-02-10T01:39:18.509" v="3033" actId="255"/>
        <pc:sldMkLst>
          <pc:docMk/>
          <pc:sldMk cId="1291553509" sldId="311"/>
        </pc:sldMkLst>
        <pc:spChg chg="add mod">
          <ac:chgData name="Wallace, Madeleine - (maddiewallace)" userId="b5292899-9658-457b-aace-1c5192f6b315" providerId="ADAL" clId="{6910F63C-904E-EF47-81F1-60D339BD617A}" dt="2025-02-10T01:39:18.509" v="3033" actId="255"/>
          <ac:spMkLst>
            <pc:docMk/>
            <pc:sldMk cId="1291553509" sldId="311"/>
            <ac:spMk id="2" creationId="{C3ECF78B-1594-3B6D-AB15-0FA299D9EE50}"/>
          </ac:spMkLst>
        </pc:spChg>
      </pc:sldChg>
      <pc:sldChg chg="new del modNotesTx">
        <pc:chgData name="Wallace, Madeleine - (maddiewallace)" userId="b5292899-9658-457b-aace-1c5192f6b315" providerId="ADAL" clId="{6910F63C-904E-EF47-81F1-60D339BD617A}" dt="2025-02-08T18:34:35.164" v="2419" actId="2696"/>
        <pc:sldMkLst>
          <pc:docMk/>
          <pc:sldMk cId="1576733900" sldId="311"/>
        </pc:sldMkLst>
      </pc:sldChg>
      <pc:sldChg chg="addSp delSp modSp new mod modNotesTx">
        <pc:chgData name="Wallace, Madeleine - (maddiewallace)" userId="b5292899-9658-457b-aace-1c5192f6b315" providerId="ADAL" clId="{6910F63C-904E-EF47-81F1-60D339BD617A}" dt="2025-03-27T19:13:10.771" v="3120" actId="164"/>
        <pc:sldMkLst>
          <pc:docMk/>
          <pc:sldMk cId="1859628376" sldId="312"/>
        </pc:sldMkLst>
        <pc:spChg chg="add mod">
          <ac:chgData name="Wallace, Madeleine - (maddiewallace)" userId="b5292899-9658-457b-aace-1c5192f6b315" providerId="ADAL" clId="{6910F63C-904E-EF47-81F1-60D339BD617A}" dt="2025-03-27T19:13:10.771" v="3120" actId="164"/>
          <ac:spMkLst>
            <pc:docMk/>
            <pc:sldMk cId="1859628376" sldId="312"/>
            <ac:spMk id="12" creationId="{DEE34205-6783-ACCC-6EB0-08B9DDA6C20A}"/>
          </ac:spMkLst>
        </pc:spChg>
        <pc:spChg chg="add mod">
          <ac:chgData name="Wallace, Madeleine - (maddiewallace)" userId="b5292899-9658-457b-aace-1c5192f6b315" providerId="ADAL" clId="{6910F63C-904E-EF47-81F1-60D339BD617A}" dt="2025-03-27T19:13:10.771" v="3120" actId="164"/>
          <ac:spMkLst>
            <pc:docMk/>
            <pc:sldMk cId="1859628376" sldId="312"/>
            <ac:spMk id="13" creationId="{54F4DBAA-42F1-FC77-C90D-64FAAD87CF8D}"/>
          </ac:spMkLst>
        </pc:spChg>
        <pc:spChg chg="add mod">
          <ac:chgData name="Wallace, Madeleine - (maddiewallace)" userId="b5292899-9658-457b-aace-1c5192f6b315" providerId="ADAL" clId="{6910F63C-904E-EF47-81F1-60D339BD617A}" dt="2025-03-27T19:13:10.771" v="3120" actId="164"/>
          <ac:spMkLst>
            <pc:docMk/>
            <pc:sldMk cId="1859628376" sldId="312"/>
            <ac:spMk id="14" creationId="{055AF659-8C27-5B83-1186-444DA9EDCAE5}"/>
          </ac:spMkLst>
        </pc:spChg>
        <pc:spChg chg="add mod">
          <ac:chgData name="Wallace, Madeleine - (maddiewallace)" userId="b5292899-9658-457b-aace-1c5192f6b315" providerId="ADAL" clId="{6910F63C-904E-EF47-81F1-60D339BD617A}" dt="2025-03-27T19:13:10.771" v="3120" actId="164"/>
          <ac:spMkLst>
            <pc:docMk/>
            <pc:sldMk cId="1859628376" sldId="312"/>
            <ac:spMk id="15" creationId="{D7CEABAC-12BB-2896-9DA3-CC690C9EEA0F}"/>
          </ac:spMkLst>
        </pc:spChg>
        <pc:grpChg chg="add mod">
          <ac:chgData name="Wallace, Madeleine - (maddiewallace)" userId="b5292899-9658-457b-aace-1c5192f6b315" providerId="ADAL" clId="{6910F63C-904E-EF47-81F1-60D339BD617A}" dt="2025-03-27T19:13:10.771" v="3120" actId="164"/>
          <ac:grpSpMkLst>
            <pc:docMk/>
            <pc:sldMk cId="1859628376" sldId="312"/>
            <ac:grpSpMk id="16" creationId="{F8A74789-D2C5-B6C9-D7B1-65A637519751}"/>
          </ac:grpSpMkLst>
        </pc:grpChg>
        <pc:picChg chg="add mod">
          <ac:chgData name="Wallace, Madeleine - (maddiewallace)" userId="b5292899-9658-457b-aace-1c5192f6b315" providerId="ADAL" clId="{6910F63C-904E-EF47-81F1-60D339BD617A}" dt="2025-03-27T19:13:10.771" v="3120" actId="164"/>
          <ac:picMkLst>
            <pc:docMk/>
            <pc:sldMk cId="1859628376" sldId="312"/>
            <ac:picMk id="9" creationId="{CE3AC173-AF32-7530-E835-634DD38C3260}"/>
          </ac:picMkLst>
        </pc:picChg>
      </pc:sldChg>
      <pc:sldChg chg="addSp delSp modSp new mod">
        <pc:chgData name="Wallace, Madeleine - (maddiewallace)" userId="b5292899-9658-457b-aace-1c5192f6b315" providerId="ADAL" clId="{6910F63C-904E-EF47-81F1-60D339BD617A}" dt="2025-04-08T22:54:42.541" v="4471" actId="164"/>
        <pc:sldMkLst>
          <pc:docMk/>
          <pc:sldMk cId="2493428272" sldId="313"/>
        </pc:sldMkLst>
        <pc:spChg chg="del mod topLvl">
          <ac:chgData name="Wallace, Madeleine - (maddiewallace)" userId="b5292899-9658-457b-aace-1c5192f6b315" providerId="ADAL" clId="{6910F63C-904E-EF47-81F1-60D339BD617A}" dt="2025-04-08T21:46:08.082" v="3126" actId="478"/>
          <ac:spMkLst>
            <pc:docMk/>
            <pc:sldMk cId="2493428272" sldId="313"/>
            <ac:spMk id="5" creationId="{81C37A2A-11EC-769F-9316-05D5FFEF5E49}"/>
          </ac:spMkLst>
        </pc:spChg>
        <pc:spChg chg="del mod">
          <ac:chgData name="Wallace, Madeleine - (maddiewallace)" userId="b5292899-9658-457b-aace-1c5192f6b315" providerId="ADAL" clId="{6910F63C-904E-EF47-81F1-60D339BD617A}" dt="2025-04-08T22:31:08.372" v="3502" actId="478"/>
          <ac:spMkLst>
            <pc:docMk/>
            <pc:sldMk cId="2493428272" sldId="313"/>
            <ac:spMk id="7" creationId="{08D970F3-6D88-A08D-43A9-2D9F5D608307}"/>
          </ac:spMkLst>
        </pc:spChg>
        <pc:spChg chg="mod">
          <ac:chgData name="Wallace, Madeleine - (maddiewallace)" userId="b5292899-9658-457b-aace-1c5192f6b315" providerId="ADAL" clId="{6910F63C-904E-EF47-81F1-60D339BD617A}" dt="2025-04-08T21:45:55.408" v="3121" actId="165"/>
          <ac:spMkLst>
            <pc:docMk/>
            <pc:sldMk cId="2493428272" sldId="313"/>
            <ac:spMk id="8" creationId="{D2A8A293-4B96-DFA5-8028-143293B93C1B}"/>
          </ac:spMkLst>
        </pc:spChg>
        <pc:spChg chg="mod">
          <ac:chgData name="Wallace, Madeleine - (maddiewallace)" userId="b5292899-9658-457b-aace-1c5192f6b315" providerId="ADAL" clId="{6910F63C-904E-EF47-81F1-60D339BD617A}" dt="2025-04-08T21:45:55.408" v="3121" actId="165"/>
          <ac:spMkLst>
            <pc:docMk/>
            <pc:sldMk cId="2493428272" sldId="313"/>
            <ac:spMk id="9" creationId="{3A6F0AAF-D1E4-6134-C477-EF1CBD39AD34}"/>
          </ac:spMkLst>
        </pc:spChg>
        <pc:spChg chg="del mod">
          <ac:chgData name="Wallace, Madeleine - (maddiewallace)" userId="b5292899-9658-457b-aace-1c5192f6b315" providerId="ADAL" clId="{6910F63C-904E-EF47-81F1-60D339BD617A}" dt="2025-04-08T22:31:08.372" v="3502" actId="478"/>
          <ac:spMkLst>
            <pc:docMk/>
            <pc:sldMk cId="2493428272" sldId="313"/>
            <ac:spMk id="10" creationId="{F2E9558E-EA1D-1FE6-2E94-0BDF2C35A394}"/>
          </ac:spMkLst>
        </pc:spChg>
        <pc:spChg chg="mod">
          <ac:chgData name="Wallace, Madeleine - (maddiewallace)" userId="b5292899-9658-457b-aace-1c5192f6b315" providerId="ADAL" clId="{6910F63C-904E-EF47-81F1-60D339BD617A}" dt="2025-04-08T21:45:55.408" v="3121" actId="165"/>
          <ac:spMkLst>
            <pc:docMk/>
            <pc:sldMk cId="2493428272" sldId="313"/>
            <ac:spMk id="11" creationId="{59E187C8-3A69-2BEC-9348-051811D81F47}"/>
          </ac:spMkLst>
        </pc:spChg>
        <pc:spChg chg="mod">
          <ac:chgData name="Wallace, Madeleine - (maddiewallace)" userId="b5292899-9658-457b-aace-1c5192f6b315" providerId="ADAL" clId="{6910F63C-904E-EF47-81F1-60D339BD617A}" dt="2025-04-08T21:45:55.408" v="3121" actId="165"/>
          <ac:spMkLst>
            <pc:docMk/>
            <pc:sldMk cId="2493428272" sldId="313"/>
            <ac:spMk id="12" creationId="{C3BF2E12-1B39-A51D-35C7-F83A25988D1C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3:17.534" v="4465" actId="164"/>
          <ac:spMkLst>
            <pc:docMk/>
            <pc:sldMk cId="2493428272" sldId="313"/>
            <ac:spMk id="29" creationId="{E5EE4A0F-2B60-2A78-F9E2-59DDF4DF9861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3:17.534" v="4465" actId="164"/>
          <ac:spMkLst>
            <pc:docMk/>
            <pc:sldMk cId="2493428272" sldId="313"/>
            <ac:spMk id="30" creationId="{DA70ED03-D72D-8903-77D0-A321727D8083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3:17.534" v="4465" actId="164"/>
          <ac:spMkLst>
            <pc:docMk/>
            <pc:sldMk cId="2493428272" sldId="313"/>
            <ac:spMk id="31" creationId="{70F8B971-7029-6D96-36B9-75C81394E1C8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2:48.142" v="4464" actId="164"/>
          <ac:spMkLst>
            <pc:docMk/>
            <pc:sldMk cId="2493428272" sldId="313"/>
            <ac:spMk id="40" creationId="{8C9F6AAE-2490-F8B7-E836-D392F2A77296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45" creationId="{B4212CA7-5DFF-7130-BF9A-9472C0289093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47" creationId="{53339BAC-47D1-DB9E-5C91-0C459F48F3F2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50" creationId="{9D8F5459-3882-488F-E08F-1D5967CE86B1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54" creationId="{73DFFB81-50DF-6035-C38A-356BD0160AF8}"/>
          </ac:spMkLst>
        </pc:spChg>
        <pc:spChg chg="mod">
          <ac:chgData name="Wallace, Madeleine - (maddiewallace)" userId="b5292899-9658-457b-aace-1c5192f6b315" providerId="ADAL" clId="{6910F63C-904E-EF47-81F1-60D339BD617A}" dt="2025-04-08T22:10:39.912" v="3264" actId="27803"/>
          <ac:spMkLst>
            <pc:docMk/>
            <pc:sldMk cId="2493428272" sldId="313"/>
            <ac:spMk id="55" creationId="{D172127A-2875-320A-E012-5CDCD0B05EC2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67" creationId="{8CE5D1E7-8BF9-D7F3-0AC9-CD8567B7178F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76" creationId="{19A6979B-5036-6222-1A6A-E8BB11087FFE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85" creationId="{ECEC356F-2519-8726-169C-A03C9972D1CB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89" creationId="{CBF82486-A9E8-DA65-E4A5-00600AE51956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90" creationId="{6F9E6439-4B19-FF7A-7345-04A53ED4D396}"/>
          </ac:spMkLst>
        </pc:spChg>
        <pc:spChg chg="mod">
          <ac:chgData name="Wallace, Madeleine - (maddiewallace)" userId="b5292899-9658-457b-aace-1c5192f6b315" providerId="ADAL" clId="{6910F63C-904E-EF47-81F1-60D339BD617A}" dt="2025-04-08T22:10:45.480" v="3265" actId="27803"/>
          <ac:spMkLst>
            <pc:docMk/>
            <pc:sldMk cId="2493428272" sldId="313"/>
            <ac:spMk id="95" creationId="{B720AF5C-5DAD-F59A-1C5F-B54BB91EA8EA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3:17.534" v="4465" actId="164"/>
          <ac:spMkLst>
            <pc:docMk/>
            <pc:sldMk cId="2493428272" sldId="313"/>
            <ac:spMk id="118" creationId="{1668F6F9-D387-EBE1-D1BB-6DD2A2AA40C2}"/>
          </ac:spMkLst>
        </pc:spChg>
        <pc:spChg chg="add mod topLvl">
          <ac:chgData name="Wallace, Madeleine - (maddiewallace)" userId="b5292899-9658-457b-aace-1c5192f6b315" providerId="ADAL" clId="{6910F63C-904E-EF47-81F1-60D339BD617A}" dt="2025-04-08T22:53:17.534" v="4465" actId="164"/>
          <ac:spMkLst>
            <pc:docMk/>
            <pc:sldMk cId="2493428272" sldId="313"/>
            <ac:spMk id="119" creationId="{BF8E564F-2D2E-01B9-A5BE-C63E7799B5E3}"/>
          </ac:spMkLst>
        </pc:spChg>
        <pc:spChg chg="add mod">
          <ac:chgData name="Wallace, Madeleine - (maddiewallace)" userId="b5292899-9658-457b-aace-1c5192f6b315" providerId="ADAL" clId="{6910F63C-904E-EF47-81F1-60D339BD617A}" dt="2025-04-08T22:54:42.541" v="4471" actId="164"/>
          <ac:spMkLst>
            <pc:docMk/>
            <pc:sldMk cId="2493428272" sldId="313"/>
            <ac:spMk id="145" creationId="{3307C5FE-CF56-871C-5C07-C7CF9D72E553}"/>
          </ac:spMkLst>
        </pc:spChg>
        <pc:grpChg chg="del mod topLvl">
          <ac:chgData name="Wallace, Madeleine - (maddiewallace)" userId="b5292899-9658-457b-aace-1c5192f6b315" providerId="ADAL" clId="{6910F63C-904E-EF47-81F1-60D339BD617A}" dt="2025-04-08T22:31:12.583" v="3503" actId="478"/>
          <ac:grpSpMkLst>
            <pc:docMk/>
            <pc:sldMk cId="2493428272" sldId="313"/>
            <ac:grpSpMk id="4" creationId="{D748659A-4F51-A151-D81C-CFB57F339F14}"/>
          </ac:grpSpMkLst>
        </pc:grpChg>
        <pc:grpChg chg="add del mod">
          <ac:chgData name="Wallace, Madeleine - (maddiewallace)" userId="b5292899-9658-457b-aace-1c5192f6b315" providerId="ADAL" clId="{6910F63C-904E-EF47-81F1-60D339BD617A}" dt="2025-04-08T22:37:40.300" v="3556" actId="165"/>
          <ac:grpSpMkLst>
            <pc:docMk/>
            <pc:sldMk cId="2493428272" sldId="313"/>
            <ac:grpSpMk id="117" creationId="{7FCFC5EB-C6D1-C525-B685-0AA51E754F0A}"/>
          </ac:grpSpMkLst>
        </pc:grpChg>
        <pc:grpChg chg="add mod">
          <ac:chgData name="Wallace, Madeleine - (maddiewallace)" userId="b5292899-9658-457b-aace-1c5192f6b315" providerId="ADAL" clId="{6910F63C-904E-EF47-81F1-60D339BD617A}" dt="2025-04-08T22:37:16.287" v="3552" actId="1076"/>
          <ac:grpSpMkLst>
            <pc:docMk/>
            <pc:sldMk cId="2493428272" sldId="313"/>
            <ac:grpSpMk id="120" creationId="{E60EDDD0-B849-1DC2-9340-49CC19599AE4}"/>
          </ac:grpSpMkLst>
        </pc:grpChg>
        <pc:grpChg chg="add mod">
          <ac:chgData name="Wallace, Madeleine - (maddiewallace)" userId="b5292899-9658-457b-aace-1c5192f6b315" providerId="ADAL" clId="{6910F63C-904E-EF47-81F1-60D339BD617A}" dt="2025-04-08T22:52:48.142" v="4464" actId="164"/>
          <ac:grpSpMkLst>
            <pc:docMk/>
            <pc:sldMk cId="2493428272" sldId="313"/>
            <ac:grpSpMk id="143" creationId="{6387565A-27DD-EBF7-3E34-BC0B99DA64C5}"/>
          </ac:grpSpMkLst>
        </pc:grpChg>
        <pc:grpChg chg="add mod">
          <ac:chgData name="Wallace, Madeleine - (maddiewallace)" userId="b5292899-9658-457b-aace-1c5192f6b315" providerId="ADAL" clId="{6910F63C-904E-EF47-81F1-60D339BD617A}" dt="2025-04-08T22:54:42.541" v="4471" actId="164"/>
          <ac:grpSpMkLst>
            <pc:docMk/>
            <pc:sldMk cId="2493428272" sldId="313"/>
            <ac:grpSpMk id="144" creationId="{33FFC9CA-0835-B271-B1E3-899F710B677B}"/>
          </ac:grpSpMkLst>
        </pc:grpChg>
        <pc:grpChg chg="add mod">
          <ac:chgData name="Wallace, Madeleine - (maddiewallace)" userId="b5292899-9658-457b-aace-1c5192f6b315" providerId="ADAL" clId="{6910F63C-904E-EF47-81F1-60D339BD617A}" dt="2025-04-08T22:54:42.541" v="4471" actId="164"/>
          <ac:grpSpMkLst>
            <pc:docMk/>
            <pc:sldMk cId="2493428272" sldId="313"/>
            <ac:grpSpMk id="146" creationId="{F07DDDC4-7714-89D2-F2F3-0D98A2E3523D}"/>
          </ac:grpSpMkLst>
        </pc:grpChg>
        <pc:picChg chg="del mod topLvl">
          <ac:chgData name="Wallace, Madeleine - (maddiewallace)" userId="b5292899-9658-457b-aace-1c5192f6b315" providerId="ADAL" clId="{6910F63C-904E-EF47-81F1-60D339BD617A}" dt="2025-04-08T21:46:05.099" v="3125" actId="478"/>
          <ac:picMkLst>
            <pc:docMk/>
            <pc:sldMk cId="2493428272" sldId="313"/>
            <ac:picMk id="3" creationId="{9234D580-148A-93BD-2BEF-D81064514773}"/>
          </ac:picMkLst>
        </pc:picChg>
        <pc:picChg chg="del mod topLvl">
          <ac:chgData name="Wallace, Madeleine - (maddiewallace)" userId="b5292899-9658-457b-aace-1c5192f6b315" providerId="ADAL" clId="{6910F63C-904E-EF47-81F1-60D339BD617A}" dt="2025-04-08T21:46:04.635" v="3124" actId="478"/>
          <ac:picMkLst>
            <pc:docMk/>
            <pc:sldMk cId="2493428272" sldId="313"/>
            <ac:picMk id="6" creationId="{3C1A5BAF-541A-1EDE-E556-85AFC971A18D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1:47:53.030" v="3132" actId="478"/>
          <ac:picMkLst>
            <pc:docMk/>
            <pc:sldMk cId="2493428272" sldId="313"/>
            <ac:picMk id="14" creationId="{0B9886AA-53AA-0ECD-2FB2-542F4E3AAE51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1:47:52.588" v="3131" actId="478"/>
          <ac:picMkLst>
            <pc:docMk/>
            <pc:sldMk cId="2493428272" sldId="313"/>
            <ac:picMk id="16" creationId="{55F5E292-387D-2B4F-58DA-A60355779F6B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1:47:51.849" v="3130" actId="478"/>
          <ac:picMkLst>
            <pc:docMk/>
            <pc:sldMk cId="2493428272" sldId="313"/>
            <ac:picMk id="18" creationId="{3D14C65B-727D-860E-EFC7-13421A6467A1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1:47:51.231" v="3129" actId="478"/>
          <ac:picMkLst>
            <pc:docMk/>
            <pc:sldMk cId="2493428272" sldId="313"/>
            <ac:picMk id="20" creationId="{21F7DFAB-5BB9-BAA6-4674-22DD3D0AAE1B}"/>
          </ac:picMkLst>
        </pc:picChg>
        <pc:picChg chg="add mod topLvl">
          <ac:chgData name="Wallace, Madeleine - (maddiewallace)" userId="b5292899-9658-457b-aace-1c5192f6b315" providerId="ADAL" clId="{6910F63C-904E-EF47-81F1-60D339BD617A}" dt="2025-04-08T22:53:17.534" v="4465" actId="164"/>
          <ac:picMkLst>
            <pc:docMk/>
            <pc:sldMk cId="2493428272" sldId="313"/>
            <ac:picMk id="22" creationId="{7445EDB9-58FF-F38C-A561-3E2CE21C3D9F}"/>
          </ac:picMkLst>
        </pc:picChg>
        <pc:picChg chg="add mod topLvl">
          <ac:chgData name="Wallace, Madeleine - (maddiewallace)" userId="b5292899-9658-457b-aace-1c5192f6b315" providerId="ADAL" clId="{6910F63C-904E-EF47-81F1-60D339BD617A}" dt="2025-04-08T22:53:17.534" v="4465" actId="164"/>
          <ac:picMkLst>
            <pc:docMk/>
            <pc:sldMk cId="2493428272" sldId="313"/>
            <ac:picMk id="24" creationId="{91482386-F072-F031-19EC-EC9AB33983E6}"/>
          </ac:picMkLst>
        </pc:picChg>
        <pc:picChg chg="add mod topLvl">
          <ac:chgData name="Wallace, Madeleine - (maddiewallace)" userId="b5292899-9658-457b-aace-1c5192f6b315" providerId="ADAL" clId="{6910F63C-904E-EF47-81F1-60D339BD617A}" dt="2025-04-08T22:53:17.534" v="4465" actId="164"/>
          <ac:picMkLst>
            <pc:docMk/>
            <pc:sldMk cId="2493428272" sldId="313"/>
            <ac:picMk id="26" creationId="{E9A65BC9-211A-DE05-E0B6-19749A177329}"/>
          </ac:picMkLst>
        </pc:picChg>
        <pc:picChg chg="add mod topLvl">
          <ac:chgData name="Wallace, Madeleine - (maddiewallace)" userId="b5292899-9658-457b-aace-1c5192f6b315" providerId="ADAL" clId="{6910F63C-904E-EF47-81F1-60D339BD617A}" dt="2025-04-08T22:53:17.534" v="4465" actId="164"/>
          <ac:picMkLst>
            <pc:docMk/>
            <pc:sldMk cId="2493428272" sldId="313"/>
            <ac:picMk id="28" creationId="{11E014B5-D15A-4D99-5690-4E2688176754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2:07:59.535" v="3216" actId="478"/>
          <ac:picMkLst>
            <pc:docMk/>
            <pc:sldMk cId="2493428272" sldId="313"/>
            <ac:picMk id="33" creationId="{DC9E89EA-B0D0-E561-4F1C-B4B0F3E6967B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2:07:58.184" v="3215" actId="478"/>
          <ac:picMkLst>
            <pc:docMk/>
            <pc:sldMk cId="2493428272" sldId="313"/>
            <ac:picMk id="35" creationId="{2174EA79-0113-A88F-0E0A-744420DF59D5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2:08:30.139" v="3225" actId="478"/>
          <ac:picMkLst>
            <pc:docMk/>
            <pc:sldMk cId="2493428272" sldId="313"/>
            <ac:picMk id="37" creationId="{3B3706A2-B622-06EF-ABDA-7FB7CD16FA74}"/>
          </ac:picMkLst>
        </pc:picChg>
        <pc:picChg chg="add del mod">
          <ac:chgData name="Wallace, Madeleine - (maddiewallace)" userId="b5292899-9658-457b-aace-1c5192f6b315" providerId="ADAL" clId="{6910F63C-904E-EF47-81F1-60D339BD617A}" dt="2025-04-08T22:08:28.686" v="3224" actId="478"/>
          <ac:picMkLst>
            <pc:docMk/>
            <pc:sldMk cId="2493428272" sldId="313"/>
            <ac:picMk id="39" creationId="{7526480F-0706-E960-53CE-DA3592467D33}"/>
          </ac:picMkLst>
        </pc:pic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98" creationId="{1F3BDDEA-CF77-A496-7DA7-3B626C075E1A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50:45.817" v="4407" actId="478"/>
          <ac:cxnSpMkLst>
            <pc:docMk/>
            <pc:sldMk cId="2493428272" sldId="313"/>
            <ac:cxnSpMk id="100" creationId="{0BAD34F0-E860-27C6-7A42-A7ACEE297381}"/>
          </ac:cxnSpMkLst>
        </pc:cxnChg>
        <pc:cxnChg chg="add del mod topLvl">
          <ac:chgData name="Wallace, Madeleine - (maddiewallace)" userId="b5292899-9658-457b-aace-1c5192f6b315" providerId="ADAL" clId="{6910F63C-904E-EF47-81F1-60D339BD617A}" dt="2025-04-08T22:48:49.746" v="4195" actId="478"/>
          <ac:cxnSpMkLst>
            <pc:docMk/>
            <pc:sldMk cId="2493428272" sldId="313"/>
            <ac:cxnSpMk id="101" creationId="{EB865468-31AB-92D7-AD54-E9FE20F93402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50:14.502" v="4339" actId="478"/>
          <ac:cxnSpMkLst>
            <pc:docMk/>
            <pc:sldMk cId="2493428272" sldId="313"/>
            <ac:cxnSpMk id="103" creationId="{5DBB598D-990C-0E22-C1BF-F7871E1E606D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06" creationId="{429909C2-C968-2052-F526-68D367ED4D8E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2:01.443" v="3729" actId="478"/>
          <ac:cxnSpMkLst>
            <pc:docMk/>
            <pc:sldMk cId="2493428272" sldId="313"/>
            <ac:cxnSpMk id="107" creationId="{C7DBC730-6BDD-D4F9-B054-59D22C04E6C5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2:00.296" v="3728" actId="478"/>
          <ac:cxnSpMkLst>
            <pc:docMk/>
            <pc:sldMk cId="2493428272" sldId="313"/>
            <ac:cxnSpMk id="108" creationId="{DFD7DD20-2669-E75D-7A2E-4680C4DB754F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39:28.061" v="3589" actId="478"/>
          <ac:cxnSpMkLst>
            <pc:docMk/>
            <pc:sldMk cId="2493428272" sldId="313"/>
            <ac:cxnSpMk id="109" creationId="{930365DC-2C24-F444-9E67-6005FD38244C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39:25.100" v="3587" actId="478"/>
          <ac:cxnSpMkLst>
            <pc:docMk/>
            <pc:sldMk cId="2493428272" sldId="313"/>
            <ac:cxnSpMk id="110" creationId="{A38B2479-B87E-55FB-E9BF-C19164CB3289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39:26.673" v="3588" actId="478"/>
          <ac:cxnSpMkLst>
            <pc:docMk/>
            <pc:sldMk cId="2493428272" sldId="313"/>
            <ac:cxnSpMk id="111" creationId="{DBCAB04F-EBCC-C91B-67F1-BF1250772323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38:38.536" v="3570" actId="478"/>
          <ac:cxnSpMkLst>
            <pc:docMk/>
            <pc:sldMk cId="2493428272" sldId="313"/>
            <ac:cxnSpMk id="112" creationId="{52B3C7B2-3DE5-1277-70CA-83D7AF284F63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39:21.522" v="3586" actId="478"/>
          <ac:cxnSpMkLst>
            <pc:docMk/>
            <pc:sldMk cId="2493428272" sldId="313"/>
            <ac:cxnSpMk id="113" creationId="{51357BA2-F86A-B389-A73D-F38C7BE9C64A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14" creationId="{29C657C6-934E-412E-DB0D-2BF182FF7FF6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05.055" v="4459" actId="1038"/>
          <ac:cxnSpMkLst>
            <pc:docMk/>
            <pc:sldMk cId="2493428272" sldId="313"/>
            <ac:cxnSpMk id="115" creationId="{BCA683A1-0F5C-4904-6320-9DE8015AA85B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16" creationId="{CF521186-CF53-C1D6-63FE-711410BF50AB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7:08.416" v="4110" actId="478"/>
          <ac:cxnSpMkLst>
            <pc:docMk/>
            <pc:sldMk cId="2493428272" sldId="313"/>
            <ac:cxnSpMk id="122" creationId="{A2868DEB-BE38-46E3-B436-476FF8665892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23" creationId="{83E07C01-B9E7-9451-9D46-3587E07F9A7F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05.055" v="4459" actId="1038"/>
          <ac:cxnSpMkLst>
            <pc:docMk/>
            <pc:sldMk cId="2493428272" sldId="313"/>
            <ac:cxnSpMk id="124" creationId="{F8CE8E8B-D312-1F9C-E643-A7FACF15E84A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05.055" v="4459" actId="1038"/>
          <ac:cxnSpMkLst>
            <pc:docMk/>
            <pc:sldMk cId="2493428272" sldId="313"/>
            <ac:cxnSpMk id="125" creationId="{548C198B-F886-2424-CD74-C13AF9477F5D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0:49.550" v="3705" actId="478"/>
          <ac:cxnSpMkLst>
            <pc:docMk/>
            <pc:sldMk cId="2493428272" sldId="313"/>
            <ac:cxnSpMk id="129" creationId="{8682EC04-8AE1-ED3C-7EFF-3B154CD54AC2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05.055" v="4459" actId="1038"/>
          <ac:cxnSpMkLst>
            <pc:docMk/>
            <pc:sldMk cId="2493428272" sldId="313"/>
            <ac:cxnSpMk id="130" creationId="{6BCE5893-0F5F-43E9-F3C1-4334719605E1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31" creationId="{A66E5874-7361-2C95-232C-F9766B87B1E8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32" creationId="{4F2BFACE-083E-320B-87D7-8D812CED611D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46:25.429" v="4069" actId="1037"/>
          <ac:cxnSpMkLst>
            <pc:docMk/>
            <pc:sldMk cId="2493428272" sldId="313"/>
            <ac:cxnSpMk id="133" creationId="{6C270494-729D-4BB3-76CB-6D9FFE1E1E9C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3:01.747" v="3827" actId="478"/>
          <ac:cxnSpMkLst>
            <pc:docMk/>
            <pc:sldMk cId="2493428272" sldId="313"/>
            <ac:cxnSpMk id="134" creationId="{963DCEB9-ACA4-583D-7C0B-99DC37C2003B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47:04.378" v="4109" actId="478"/>
          <ac:cxnSpMkLst>
            <pc:docMk/>
            <pc:sldMk cId="2493428272" sldId="313"/>
            <ac:cxnSpMk id="135" creationId="{DB401B6F-2AD7-0B7A-B0E9-BDDBBD603C43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52:10.225" v="4461" actId="478"/>
          <ac:cxnSpMkLst>
            <pc:docMk/>
            <pc:sldMk cId="2493428272" sldId="313"/>
            <ac:cxnSpMk id="137" creationId="{BC815440-3BC8-6B85-5453-45C13AFEBA78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47:31.309" v="4114"/>
          <ac:cxnSpMkLst>
            <pc:docMk/>
            <pc:sldMk cId="2493428272" sldId="313"/>
            <ac:cxnSpMk id="138" creationId="{55B89B77-CB08-56AC-00CC-4A8E0BB90AB6}"/>
          </ac:cxnSpMkLst>
        </pc:cxnChg>
        <pc:cxnChg chg="add del mod">
          <ac:chgData name="Wallace, Madeleine - (maddiewallace)" userId="b5292899-9658-457b-aace-1c5192f6b315" providerId="ADAL" clId="{6910F63C-904E-EF47-81F1-60D339BD617A}" dt="2025-04-08T22:52:08.743" v="4460" actId="478"/>
          <ac:cxnSpMkLst>
            <pc:docMk/>
            <pc:sldMk cId="2493428272" sldId="313"/>
            <ac:cxnSpMk id="139" creationId="{85EF9578-0406-29FF-E7F2-E64345631A28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1:03.650" v="4432" actId="692"/>
          <ac:cxnSpMkLst>
            <pc:docMk/>
            <pc:sldMk cId="2493428272" sldId="313"/>
            <ac:cxnSpMk id="140" creationId="{74113BE9-0F5F-644C-9BE9-582AD73B9135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2:48.142" v="4464" actId="164"/>
          <ac:cxnSpMkLst>
            <pc:docMk/>
            <pc:sldMk cId="2493428272" sldId="313"/>
            <ac:cxnSpMk id="141" creationId="{30CCFA07-A145-0221-05CF-252145EEC3B7}"/>
          </ac:cxnSpMkLst>
        </pc:cxnChg>
        <pc:cxnChg chg="add mod">
          <ac:chgData name="Wallace, Madeleine - (maddiewallace)" userId="b5292899-9658-457b-aace-1c5192f6b315" providerId="ADAL" clId="{6910F63C-904E-EF47-81F1-60D339BD617A}" dt="2025-04-08T22:51:03.650" v="4432" actId="692"/>
          <ac:cxnSpMkLst>
            <pc:docMk/>
            <pc:sldMk cId="2493428272" sldId="313"/>
            <ac:cxnSpMk id="142" creationId="{98DED7E7-F1F8-6C08-3466-4661913E9199}"/>
          </ac:cxnSpMkLst>
        </pc:cxnChg>
      </pc:sldChg>
    </pc:docChg>
  </pc:docChgLst>
  <pc:docChgLst>
    <pc:chgData name="Wallace, Madeleine - (maddiewallace)" userId="b5292899-9658-457b-aace-1c5192f6b315" providerId="ADAL" clId="{7A8A440A-BA1E-C340-9471-95E9FF7154DE}"/>
    <pc:docChg chg="undo custSel modSld">
      <pc:chgData name="Wallace, Madeleine - (maddiewallace)" userId="b5292899-9658-457b-aace-1c5192f6b315" providerId="ADAL" clId="{7A8A440A-BA1E-C340-9471-95E9FF7154DE}" dt="2024-06-12T20:05:06.246" v="220" actId="14100"/>
      <pc:docMkLst>
        <pc:docMk/>
      </pc:docMkLst>
      <pc:sldChg chg="addSp delSp modSp mod">
        <pc:chgData name="Wallace, Madeleine - (maddiewallace)" userId="b5292899-9658-457b-aace-1c5192f6b315" providerId="ADAL" clId="{7A8A440A-BA1E-C340-9471-95E9FF7154DE}" dt="2024-06-12T20:05:06.246" v="220" actId="14100"/>
        <pc:sldMkLst>
          <pc:docMk/>
          <pc:sldMk cId="2480821998" sldId="257"/>
        </pc:sldMkLst>
      </pc:sldChg>
    </pc:docChg>
  </pc:docChgLst>
  <pc:docChgLst>
    <pc:chgData name="Wallace, Madeleine - (maddiewallace)" userId="b5292899-9658-457b-aace-1c5192f6b315" providerId="ADAL" clId="{BE477B99-C705-BF4A-9AD8-605620A6D1EB}"/>
    <pc:docChg chg="undo custSel addSld delSld modSld sldOrd">
      <pc:chgData name="Wallace, Madeleine - (maddiewallace)" userId="b5292899-9658-457b-aace-1c5192f6b315" providerId="ADAL" clId="{BE477B99-C705-BF4A-9AD8-605620A6D1EB}" dt="2024-10-28T17:46:10.210" v="373" actId="478"/>
      <pc:docMkLst>
        <pc:docMk/>
      </pc:docMkLst>
      <pc:sldChg chg="addSp delSp modSp mod ord modNotesTx">
        <pc:chgData name="Wallace, Madeleine - (maddiewallace)" userId="b5292899-9658-457b-aace-1c5192f6b315" providerId="ADAL" clId="{BE477B99-C705-BF4A-9AD8-605620A6D1EB}" dt="2024-10-23T22:03:06.821" v="60" actId="20577"/>
        <pc:sldMkLst>
          <pc:docMk/>
          <pc:sldMk cId="489799965" sldId="258"/>
        </pc:sldMkLst>
      </pc:sldChg>
      <pc:sldChg chg="addSp delSp modSp mod ord modNotesTx">
        <pc:chgData name="Wallace, Madeleine - (maddiewallace)" userId="b5292899-9658-457b-aace-1c5192f6b315" providerId="ADAL" clId="{BE477B99-C705-BF4A-9AD8-605620A6D1EB}" dt="2024-10-23T22:21:53.982" v="159" actId="20577"/>
        <pc:sldMkLst>
          <pc:docMk/>
          <pc:sldMk cId="1143044142" sldId="260"/>
        </pc:sldMkLst>
      </pc:sldChg>
      <pc:sldChg chg="addSp delSp modSp mod ord modNotesTx">
        <pc:chgData name="Wallace, Madeleine - (maddiewallace)" userId="b5292899-9658-457b-aace-1c5192f6b315" providerId="ADAL" clId="{BE477B99-C705-BF4A-9AD8-605620A6D1EB}" dt="2024-10-25T19:29:16.294" v="335" actId="20577"/>
        <pc:sldMkLst>
          <pc:docMk/>
          <pc:sldMk cId="2319544030" sldId="261"/>
        </pc:sldMkLst>
      </pc:sldChg>
      <pc:sldChg chg="ord">
        <pc:chgData name="Wallace, Madeleine - (maddiewallace)" userId="b5292899-9658-457b-aace-1c5192f6b315" providerId="ADAL" clId="{BE477B99-C705-BF4A-9AD8-605620A6D1EB}" dt="2024-10-23T22:03:58.755" v="65" actId="20578"/>
        <pc:sldMkLst>
          <pc:docMk/>
          <pc:sldMk cId="4063806939" sldId="263"/>
        </pc:sldMkLst>
      </pc:sldChg>
      <pc:sldChg chg="delSp modSp mod ord">
        <pc:chgData name="Wallace, Madeleine - (maddiewallace)" userId="b5292899-9658-457b-aace-1c5192f6b315" providerId="ADAL" clId="{BE477B99-C705-BF4A-9AD8-605620A6D1EB}" dt="2024-10-28T17:46:10.210" v="373" actId="478"/>
        <pc:sldMkLst>
          <pc:docMk/>
          <pc:sldMk cId="2594118765" sldId="264"/>
        </pc:sldMkLst>
      </pc:sldChg>
      <pc:sldChg chg="delSp mod ord modNotesTx">
        <pc:chgData name="Wallace, Madeleine - (maddiewallace)" userId="b5292899-9658-457b-aace-1c5192f6b315" providerId="ADAL" clId="{BE477B99-C705-BF4A-9AD8-605620A6D1EB}" dt="2024-10-28T17:46:07.037" v="370" actId="478"/>
        <pc:sldMkLst>
          <pc:docMk/>
          <pc:sldMk cId="3260495087" sldId="265"/>
        </pc:sldMkLst>
      </pc:sldChg>
      <pc:sldChg chg="addSp modSp new mod">
        <pc:chgData name="Wallace, Madeleine - (maddiewallace)" userId="b5292899-9658-457b-aace-1c5192f6b315" providerId="ADAL" clId="{BE477B99-C705-BF4A-9AD8-605620A6D1EB}" dt="2024-10-22T21:14:23.833" v="16" actId="113"/>
        <pc:sldMkLst>
          <pc:docMk/>
          <pc:sldMk cId="1601020736" sldId="266"/>
        </pc:sldMkLst>
      </pc:sldChg>
      <pc:sldChg chg="modSp add mod">
        <pc:chgData name="Wallace, Madeleine - (maddiewallace)" userId="b5292899-9658-457b-aace-1c5192f6b315" providerId="ADAL" clId="{BE477B99-C705-BF4A-9AD8-605620A6D1EB}" dt="2024-10-22T21:14:29.570" v="19" actId="122"/>
        <pc:sldMkLst>
          <pc:docMk/>
          <pc:sldMk cId="1863216376" sldId="267"/>
        </pc:sldMkLst>
      </pc:sldChg>
      <pc:sldChg chg="modSp add mod">
        <pc:chgData name="Wallace, Madeleine - (maddiewallace)" userId="b5292899-9658-457b-aace-1c5192f6b315" providerId="ADAL" clId="{BE477B99-C705-BF4A-9AD8-605620A6D1EB}" dt="2024-10-22T21:14:34.878" v="22" actId="113"/>
        <pc:sldMkLst>
          <pc:docMk/>
          <pc:sldMk cId="2506746986" sldId="268"/>
        </pc:sldMkLst>
      </pc:sldChg>
      <pc:sldChg chg="addSp modSp new mod modNotesTx">
        <pc:chgData name="Wallace, Madeleine - (maddiewallace)" userId="b5292899-9658-457b-aace-1c5192f6b315" providerId="ADAL" clId="{BE477B99-C705-BF4A-9AD8-605620A6D1EB}" dt="2024-10-23T22:03:25.478" v="62" actId="20577"/>
        <pc:sldMkLst>
          <pc:docMk/>
          <pc:sldMk cId="829325568" sldId="269"/>
        </pc:sldMkLst>
      </pc:sldChg>
      <pc:sldChg chg="addSp modSp new mod">
        <pc:chgData name="Wallace, Madeleine - (maddiewallace)" userId="b5292899-9658-457b-aace-1c5192f6b315" providerId="ADAL" clId="{BE477B99-C705-BF4A-9AD8-605620A6D1EB}" dt="2024-10-23T22:04:19.945" v="81" actId="1076"/>
        <pc:sldMkLst>
          <pc:docMk/>
          <pc:sldMk cId="2932289456" sldId="270"/>
        </pc:sldMkLst>
      </pc:sldChg>
      <pc:sldChg chg="addSp delSp modSp new del mod">
        <pc:chgData name="Wallace, Madeleine - (maddiewallace)" userId="b5292899-9658-457b-aace-1c5192f6b315" providerId="ADAL" clId="{BE477B99-C705-BF4A-9AD8-605620A6D1EB}" dt="2024-10-25T20:04:36.938" v="336" actId="2696"/>
        <pc:sldMkLst>
          <pc:docMk/>
          <pc:sldMk cId="2051010842" sldId="271"/>
        </pc:sldMkLst>
      </pc:sldChg>
    </pc:docChg>
  </pc:docChgLst>
  <pc:docChgLst>
    <pc:chgData name="Wallace, Madeleine - (maddiewallace)" userId="b5292899-9658-457b-aace-1c5192f6b315" providerId="ADAL" clId="{C606C0EB-0EED-BB43-923D-96EBD12CEC05}"/>
    <pc:docChg chg="undo custSel addSld delSld modSld sldOrd">
      <pc:chgData name="Wallace, Madeleine - (maddiewallace)" userId="b5292899-9658-457b-aace-1c5192f6b315" providerId="ADAL" clId="{C606C0EB-0EED-BB43-923D-96EBD12CEC05}" dt="2024-08-30T20:09:18.184" v="6589" actId="1076"/>
      <pc:docMkLst>
        <pc:docMk/>
      </pc:docMkLst>
      <pc:sldChg chg="addSp delSp modSp mod modNotesTx">
        <pc:chgData name="Wallace, Madeleine - (maddiewallace)" userId="b5292899-9658-457b-aace-1c5192f6b315" providerId="ADAL" clId="{C606C0EB-0EED-BB43-923D-96EBD12CEC05}" dt="2024-08-29T22:09:49.982" v="5431" actId="20577"/>
        <pc:sldMkLst>
          <pc:docMk/>
          <pc:sldMk cId="2480821998" sldId="257"/>
        </pc:sldMkLst>
      </pc:sldChg>
      <pc:sldChg chg="addSp delSp modSp new mod modNotesTx">
        <pc:chgData name="Wallace, Madeleine - (maddiewallace)" userId="b5292899-9658-457b-aace-1c5192f6b315" providerId="ADAL" clId="{C606C0EB-0EED-BB43-923D-96EBD12CEC05}" dt="2024-08-29T22:12:58.138" v="5643" actId="20577"/>
        <pc:sldMkLst>
          <pc:docMk/>
          <pc:sldMk cId="489799965" sldId="258"/>
        </pc:sldMkLst>
      </pc:sldChg>
      <pc:sldChg chg="add del modNotesTx">
        <pc:chgData name="Wallace, Madeleine - (maddiewallace)" userId="b5292899-9658-457b-aace-1c5192f6b315" providerId="ADAL" clId="{C606C0EB-0EED-BB43-923D-96EBD12CEC05}" dt="2024-08-13T20:48:27.411" v="2118" actId="2696"/>
        <pc:sldMkLst>
          <pc:docMk/>
          <pc:sldMk cId="1427963858" sldId="259"/>
        </pc:sldMkLst>
      </pc:sldChg>
      <pc:sldChg chg="addSp delSp modSp new mod setBg modNotesTx">
        <pc:chgData name="Wallace, Madeleine - (maddiewallace)" userId="b5292899-9658-457b-aace-1c5192f6b315" providerId="ADAL" clId="{C606C0EB-0EED-BB43-923D-96EBD12CEC05}" dt="2024-08-29T22:10:03.868" v="5464" actId="20577"/>
        <pc:sldMkLst>
          <pc:docMk/>
          <pc:sldMk cId="1143044142" sldId="260"/>
        </pc:sldMkLst>
      </pc:sldChg>
      <pc:sldChg chg="addSp delSp modSp new mod modNotesTx">
        <pc:chgData name="Wallace, Madeleine - (maddiewallace)" userId="b5292899-9658-457b-aace-1c5192f6b315" providerId="ADAL" clId="{C606C0EB-0EED-BB43-923D-96EBD12CEC05}" dt="2024-08-30T20:09:18.184" v="6589" actId="1076"/>
        <pc:sldMkLst>
          <pc:docMk/>
          <pc:sldMk cId="2319544030" sldId="261"/>
        </pc:sldMkLst>
      </pc:sldChg>
      <pc:sldChg chg="addSp delSp modSp new del mod modNotesTx">
        <pc:chgData name="Wallace, Madeleine - (maddiewallace)" userId="b5292899-9658-457b-aace-1c5192f6b315" providerId="ADAL" clId="{C606C0EB-0EED-BB43-923D-96EBD12CEC05}" dt="2024-08-19T17:10:09.412" v="3873" actId="2696"/>
        <pc:sldMkLst>
          <pc:docMk/>
          <pc:sldMk cId="3619338983" sldId="262"/>
        </pc:sldMkLst>
      </pc:sldChg>
      <pc:sldChg chg="addSp modSp new mod ord">
        <pc:chgData name="Wallace, Madeleine - (maddiewallace)" userId="b5292899-9658-457b-aace-1c5192f6b315" providerId="ADAL" clId="{C606C0EB-0EED-BB43-923D-96EBD12CEC05}" dt="2024-08-29T21:04:35.384" v="4122" actId="20577"/>
        <pc:sldMkLst>
          <pc:docMk/>
          <pc:sldMk cId="4063806939" sldId="263"/>
        </pc:sldMkLst>
      </pc:sldChg>
      <pc:sldChg chg="addSp delSp modSp new add del mod modNotesTx">
        <pc:chgData name="Wallace, Madeleine - (maddiewallace)" userId="b5292899-9658-457b-aace-1c5192f6b315" providerId="ADAL" clId="{C606C0EB-0EED-BB43-923D-96EBD12CEC05}" dt="2024-08-29T22:25:27.690" v="6102" actId="20577"/>
        <pc:sldMkLst>
          <pc:docMk/>
          <pc:sldMk cId="2594118765" sldId="264"/>
        </pc:sldMkLst>
      </pc:sldChg>
      <pc:sldChg chg="addSp modSp new mod modNotesTx">
        <pc:chgData name="Wallace, Madeleine - (maddiewallace)" userId="b5292899-9658-457b-aace-1c5192f6b315" providerId="ADAL" clId="{C606C0EB-0EED-BB43-923D-96EBD12CEC05}" dt="2024-08-30T20:06:26.096" v="6580" actId="114"/>
        <pc:sldMkLst>
          <pc:docMk/>
          <pc:sldMk cId="3260495087" sldId="265"/>
        </pc:sldMkLst>
      </pc:sldChg>
      <pc:sldChg chg="addSp delSp modSp new add del mod modNotesTx">
        <pc:chgData name="Wallace, Madeleine - (maddiewallace)" userId="b5292899-9658-457b-aace-1c5192f6b315" providerId="ADAL" clId="{C606C0EB-0EED-BB43-923D-96EBD12CEC05}" dt="2024-08-17T23:41:53.310" v="3716" actId="2696"/>
        <pc:sldMkLst>
          <pc:docMk/>
          <pc:sldMk cId="331868662" sldId="266"/>
        </pc:sldMkLst>
      </pc:sldChg>
      <pc:sldChg chg="delSp modSp add del mod">
        <pc:chgData name="Wallace, Madeleine - (maddiewallace)" userId="b5292899-9658-457b-aace-1c5192f6b315" providerId="ADAL" clId="{C606C0EB-0EED-BB43-923D-96EBD12CEC05}" dt="2024-08-29T16:57:49.601" v="4045" actId="2696"/>
        <pc:sldMkLst>
          <pc:docMk/>
          <pc:sldMk cId="1884044603" sldId="266"/>
        </pc:sldMkLst>
      </pc:sldChg>
      <pc:sldChg chg="addSp modSp new add del mod modNotesTx">
        <pc:chgData name="Wallace, Madeleine - (maddiewallace)" userId="b5292899-9658-457b-aace-1c5192f6b315" providerId="ADAL" clId="{C606C0EB-0EED-BB43-923D-96EBD12CEC05}" dt="2024-08-17T23:41:53.310" v="3716" actId="2696"/>
        <pc:sldMkLst>
          <pc:docMk/>
          <pc:sldMk cId="44370764" sldId="267"/>
        </pc:sldMkLst>
      </pc:sldChg>
      <pc:sldChg chg="delSp modSp add del mod">
        <pc:chgData name="Wallace, Madeleine - (maddiewallace)" userId="b5292899-9658-457b-aace-1c5192f6b315" providerId="ADAL" clId="{C606C0EB-0EED-BB43-923D-96EBD12CEC05}" dt="2024-08-29T16:57:49.601" v="4045" actId="2696"/>
        <pc:sldMkLst>
          <pc:docMk/>
          <pc:sldMk cId="3658446063" sldId="267"/>
        </pc:sldMkLst>
      </pc:sldChg>
      <pc:sldChg chg="addSp modSp new del mod ord">
        <pc:chgData name="Wallace, Madeleine - (maddiewallace)" userId="b5292899-9658-457b-aace-1c5192f6b315" providerId="ADAL" clId="{C606C0EB-0EED-BB43-923D-96EBD12CEC05}" dt="2024-08-26T19:28:26.497" v="4035" actId="2696"/>
        <pc:sldMkLst>
          <pc:docMk/>
          <pc:sldMk cId="1660487604" sldId="268"/>
        </pc:sldMkLst>
      </pc:sldChg>
      <pc:sldChg chg="delSp modSp add del mod">
        <pc:chgData name="Wallace, Madeleine - (maddiewallace)" userId="b5292899-9658-457b-aace-1c5192f6b315" providerId="ADAL" clId="{C606C0EB-0EED-BB43-923D-96EBD12CEC05}" dt="2024-08-29T16:57:49.601" v="4045" actId="2696"/>
        <pc:sldMkLst>
          <pc:docMk/>
          <pc:sldMk cId="3764450742" sldId="269"/>
        </pc:sldMkLst>
      </pc:sldChg>
      <pc:sldChg chg="addSp delSp modSp new del mod ord modNotesTx">
        <pc:chgData name="Wallace, Madeleine - (maddiewallace)" userId="b5292899-9658-457b-aace-1c5192f6b315" providerId="ADAL" clId="{C606C0EB-0EED-BB43-923D-96EBD12CEC05}" dt="2024-08-29T16:57:23.119" v="4044" actId="2696"/>
        <pc:sldMkLst>
          <pc:docMk/>
          <pc:sldMk cId="3312440561" sldId="270"/>
        </pc:sldMkLst>
      </pc:sldChg>
      <pc:sldChg chg="addSp modSp new del mod">
        <pc:chgData name="Wallace, Madeleine - (maddiewallace)" userId="b5292899-9658-457b-aace-1c5192f6b315" providerId="ADAL" clId="{C606C0EB-0EED-BB43-923D-96EBD12CEC05}" dt="2024-08-29T16:57:49.601" v="4045" actId="2696"/>
        <pc:sldMkLst>
          <pc:docMk/>
          <pc:sldMk cId="2018573956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1229B-E097-9245-B857-734F61DFCBC1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58925" y="1143000"/>
            <a:ext cx="3740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C4CA8-CF1F-8C44-A727-F8A237803B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60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a) Collection locations and b) growing season climate characteristics for each population of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Plantago patagonica.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Spring climate characteristics were averaged across 30 years (1989 – 2019, April – June). SVPD = spring VPD</a:t>
            </a:r>
            <a:r>
              <a:rPr lang="en-US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2.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Schematic of the fully factorial experimental design detailing F1 and F2 generations. We collected seeds from individuals in natural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Plantago patagonica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populations across a climatic gradient in AZ, UT, NM, and CO (Figure 1). In F1, these seeds were reared in a common-garden experiment and exposed to two experimental watering conditions. In F2, seeds from F1 were reared in a greenhouse experimental and again exposed to two experimental watering conditions, resulting four cohort groups: CC, CD, DC, and DD, as outlined in the text.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33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1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Results of mixed models testing the effects of offspring watering treatment (OT), parental watering treatment (PT), and their interactions on traits in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Plantago patagonica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 P values = p. &lt; 0.1; *p &lt; 0.05; **p &lt; 0.01; ***p &lt; 0.001. Signiﬁcant terms are shown in bold; terms in italics are marginally signiﬁcant.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F-statistic (linear models) or Chi-squared statistic (generalized linear models), signiﬁcance levels and degrees of freedom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d.f.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are shown for each term. Zero inflated models were used for number flowered and number of flowering structures produced per plant. Population was included as a random factor. R2m = marginal R2; R2c = conditional R2.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54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Table 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Results of mixed models testing the effects of offspring watering treatment (OT), parental watering treatment (PT), and seed source climate at origin value: the 30-year mean annual spring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VPDmax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(kPa) coefficient of variation for each seed source location, and their interactions. P values = p. &lt; 0.1; *p &lt; 0.05; **p &lt; 0.01; ***p &lt; 0.001.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F-statistic (linear models) or Chi-squared statistic (generalized linear models), signiﬁcance levels and degrees of freedom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d.f.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) are shown for each term.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Zero inflated models were used for number flowered and number of flowering structures produced per plant. Population was included as a random factor. R2m = marginal R2; R2c = conditional R2.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99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3.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Transgenerational plasticity and within generation plasticity across all eleven populations of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P. patagonica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a) root biomass, b) shoot biomass, c) total biomass, d) R:S ratio, e) RGR, f) LDMC, g) number of plants that flowered, h) number of flowering structures per plant,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seed number, and j) seed mass. Each line shows the norm of reaction for a trait for offspring of control watering (blue) vs. drought watering (red) maternal plants. Observed means +/- SE for 11 populations, with 4-12 replicates per population and treatment, are represented. Significance levels: ns= not significant, * = P &lt; 0.05; ** = P &lt; 0.01; *** = P &lt; 0.001. OT: offspring treatment, PT: parental treatment. An interaction between OT and PT indicates transgenerational plasticity, while a significant OT represents within generation plasticity. See Table 2 for full results.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29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5089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5.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Effects of seed-source spring VPD-CV and plasticity treatment on a) root biomass, b) relative growth rate (RGR), and c) number of plants that flowered. Lines represent estimated marginal slopes for each offspring × parental treatment combination (OT × PT) calculated using 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emtrends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 </a:t>
            </a:r>
            <a:r>
              <a:rPr lang="en-U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emmeans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package, with shaded areas showing ±SE. Slope comparisons were evaluated using Tukey-adjusted pairwise contrasts of trends. For root biomass, slopes differed between HH and LH (p = 0.032) but not between HL and LL (p = 0.71). For RGR, slopes did not differ for either comparison (HH vs LH, p = 0.85; HL vs LL, p = 0.061). For flower production, the HH vs LH comparison showed a significant difference (p = 0.017), whereas HL vs LL did not (p = 0.95). Significantly different slopes are denoted with an asterisk.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73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/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5.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Relationship between RGR plasticity (RDPI of CC-DD) and a) proportion alive, b) proportion flowered, and c) spring VPD CV for eleven populations of </a:t>
            </a:r>
            <a:r>
              <a:rPr lang="en-US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P. patagonica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Proportion alive was measured on day 50. Grey areas indicate 95% confidence intervals.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94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558925" y="1143000"/>
            <a:ext cx="37401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Table 3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Results of linear regressions testing for relationships between fitness traits and transgenerational RDPI (CC-DD) of a) performance traits and b) home site spring VPD CV in response to drought. Shown are the R</a:t>
            </a:r>
            <a:r>
              <a:rPr lang="en-US" sz="18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-values. P values = p. &lt; 0.1; *p &lt; 0.05; **p &lt; 0.01; ***p &lt; 0.001. Signiﬁcant terms are shown in bold; terms in italics are marginally signiﬁcant.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3C4CA8-CF1F-8C44-A727-F8A237803B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3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46133"/>
            <a:ext cx="10363200" cy="350181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82989"/>
            <a:ext cx="9144000" cy="242845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093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7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507618"/>
            <a:ext cx="10515600" cy="418401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731215"/>
            <a:ext cx="10515600" cy="220027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677584"/>
            <a:ext cx="518160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677584"/>
            <a:ext cx="518160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6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35519"/>
            <a:ext cx="10515600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465706"/>
            <a:ext cx="5157787" cy="120840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674110"/>
            <a:ext cx="5157787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465706"/>
            <a:ext cx="5183188" cy="120840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674110"/>
            <a:ext cx="5183188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1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04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6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0560"/>
            <a:ext cx="3932237" cy="23469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48226"/>
            <a:ext cx="6172200" cy="71479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17520"/>
            <a:ext cx="3932237" cy="559032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0560"/>
            <a:ext cx="3932237" cy="234696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448226"/>
            <a:ext cx="6172200" cy="714798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17520"/>
            <a:ext cx="3932237" cy="559032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7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35517"/>
            <a:ext cx="2628900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35517"/>
            <a:ext cx="7734300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35519"/>
            <a:ext cx="10515600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77584"/>
            <a:ext cx="10515600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322649"/>
            <a:ext cx="27432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A69A4-80C5-A747-8982-AE9DC4A4DBD9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322649"/>
            <a:ext cx="41148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322649"/>
            <a:ext cx="27432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19A65-61F2-564B-A82D-9D9CD4E2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1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CD6860D-3094-53F7-5FBA-2EC63DCBEA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516" r="3906"/>
          <a:stretch>
            <a:fillRect/>
          </a:stretch>
        </p:blipFill>
        <p:spPr>
          <a:xfrm>
            <a:off x="1612392" y="4388023"/>
            <a:ext cx="4109545" cy="38266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897714-C019-21FE-59BF-007EB4509038}"/>
              </a:ext>
            </a:extLst>
          </p:cNvPr>
          <p:cNvSpPr txBox="1"/>
          <p:nvPr/>
        </p:nvSpPr>
        <p:spPr>
          <a:xfrm>
            <a:off x="1760742" y="4309855"/>
            <a:ext cx="325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Helvetica" pitchFamily="2" charset="0"/>
              </a:rPr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3EAB7-6C79-A536-4FFE-352E75063384}"/>
              </a:ext>
            </a:extLst>
          </p:cNvPr>
          <p:cNvSpPr txBox="1"/>
          <p:nvPr/>
        </p:nvSpPr>
        <p:spPr>
          <a:xfrm>
            <a:off x="5411844" y="4345982"/>
            <a:ext cx="3251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Helvetica" pitchFamily="2" charset="0"/>
              </a:rPr>
              <a:t>c)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830156-5CDD-004F-9165-EBDDB05CF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920660"/>
              </p:ext>
            </p:extLst>
          </p:nvPr>
        </p:nvGraphicFramePr>
        <p:xfrm>
          <a:off x="5669386" y="4388022"/>
          <a:ext cx="3949700" cy="2438400"/>
        </p:xfrm>
        <a:graphic>
          <a:graphicData uri="http://schemas.openxmlformats.org/drawingml/2006/table">
            <a:tbl>
              <a:tblPr/>
              <a:tblGrid>
                <a:gridCol w="355600">
                  <a:extLst>
                    <a:ext uri="{9D8B030D-6E8A-4147-A177-3AD203B41FA5}">
                      <a16:colId xmlns:a16="http://schemas.microsoft.com/office/drawing/2014/main" val="306263814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39833924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923314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87784656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21750712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94922052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Pop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State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SAP (mm)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SAT (C)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SVPD (kPa)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SVPD CV (%)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866974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UT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23.91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8568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UT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72.00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12.49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13.29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0989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UT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58.76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17.56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08889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CO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59.02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12.04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284393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29.00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17.81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3.39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9877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29.78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13.18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01888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35.98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16.65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9.23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68432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AZ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26.50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20.54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3.59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8.67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5417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58.09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13.99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12.84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8207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NM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53.37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15.91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72661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UT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48.86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16.56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2.76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" pitchFamily="2" charset="0"/>
                        </a:rPr>
                        <a:t>11.10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359052"/>
                  </a:ext>
                </a:extLst>
              </a:tr>
            </a:tbl>
          </a:graphicData>
        </a:graphic>
      </p:graphicFrame>
      <p:grpSp>
        <p:nvGrpSpPr>
          <p:cNvPr id="52" name="Group 51">
            <a:extLst>
              <a:ext uri="{FF2B5EF4-FFF2-40B4-BE49-F238E27FC236}">
                <a16:creationId xmlns:a16="http://schemas.microsoft.com/office/drawing/2014/main" id="{EE492D02-A6F0-E0EB-4F8E-01FE99BC6EF4}"/>
              </a:ext>
            </a:extLst>
          </p:cNvPr>
          <p:cNvGrpSpPr/>
          <p:nvPr/>
        </p:nvGrpSpPr>
        <p:grpSpPr>
          <a:xfrm>
            <a:off x="1760742" y="984026"/>
            <a:ext cx="7858343" cy="3376243"/>
            <a:chOff x="1760742" y="984026"/>
            <a:chExt cx="7858343" cy="337624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55AE4D1C-2890-27E0-0F07-2D564A554BAF}"/>
                </a:ext>
              </a:extLst>
            </p:cNvPr>
            <p:cNvSpPr/>
            <p:nvPr/>
          </p:nvSpPr>
          <p:spPr>
            <a:xfrm>
              <a:off x="2085858" y="1002656"/>
              <a:ext cx="7533227" cy="777240"/>
            </a:xfrm>
            <a:custGeom>
              <a:avLst/>
              <a:gdLst>
                <a:gd name="csX0" fmla="*/ -87 w 6599212"/>
                <a:gd name="csY0" fmla="*/ 164710 h 988311"/>
                <a:gd name="csX1" fmla="*/ 164363 w 6599212"/>
                <a:gd name="csY1" fmla="*/ -14 h 988311"/>
                <a:gd name="csX2" fmla="*/ 6434676 w 6599212"/>
                <a:gd name="csY2" fmla="*/ -14 h 988311"/>
                <a:gd name="csX3" fmla="*/ 6599126 w 6599212"/>
                <a:gd name="csY3" fmla="*/ 164710 h 988311"/>
                <a:gd name="csX4" fmla="*/ 6599126 w 6599212"/>
                <a:gd name="csY4" fmla="*/ 823574 h 988311"/>
                <a:gd name="csX5" fmla="*/ 6434676 w 6599212"/>
                <a:gd name="csY5" fmla="*/ 988298 h 988311"/>
                <a:gd name="csX6" fmla="*/ 164363 w 6599212"/>
                <a:gd name="csY6" fmla="*/ 988298 h 988311"/>
                <a:gd name="csX7" fmla="*/ -87 w 6599212"/>
                <a:gd name="csY7" fmla="*/ 823574 h 988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599212" h="988311">
                  <a:moveTo>
                    <a:pt x="-87" y="164710"/>
                  </a:moveTo>
                  <a:cubicBezTo>
                    <a:pt x="-87" y="73735"/>
                    <a:pt x="73541" y="-14"/>
                    <a:pt x="164363" y="-14"/>
                  </a:cubicBezTo>
                  <a:lnTo>
                    <a:pt x="6434676" y="-14"/>
                  </a:lnTo>
                  <a:cubicBezTo>
                    <a:pt x="6525495" y="-14"/>
                    <a:pt x="6599126" y="73735"/>
                    <a:pt x="6599126" y="164710"/>
                  </a:cubicBezTo>
                  <a:lnTo>
                    <a:pt x="6599126" y="823574"/>
                  </a:lnTo>
                  <a:cubicBezTo>
                    <a:pt x="6599126" y="914546"/>
                    <a:pt x="6525495" y="988298"/>
                    <a:pt x="6434676" y="988298"/>
                  </a:cubicBezTo>
                  <a:lnTo>
                    <a:pt x="164363" y="988298"/>
                  </a:lnTo>
                  <a:cubicBezTo>
                    <a:pt x="73541" y="988298"/>
                    <a:pt x="-87" y="914546"/>
                    <a:pt x="-87" y="823574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4113F10-55E8-C28D-EC5B-95EAE84574CA}"/>
                </a:ext>
              </a:extLst>
            </p:cNvPr>
            <p:cNvSpPr/>
            <p:nvPr/>
          </p:nvSpPr>
          <p:spPr>
            <a:xfrm>
              <a:off x="2085858" y="1868478"/>
              <a:ext cx="7519159" cy="777240"/>
            </a:xfrm>
            <a:custGeom>
              <a:avLst/>
              <a:gdLst>
                <a:gd name="csX0" fmla="*/ -87 w 6599212"/>
                <a:gd name="csY0" fmla="*/ 164705 h 988311"/>
                <a:gd name="csX1" fmla="*/ 164363 w 6599212"/>
                <a:gd name="csY1" fmla="*/ -14 h 988311"/>
                <a:gd name="csX2" fmla="*/ 6434676 w 6599212"/>
                <a:gd name="csY2" fmla="*/ -14 h 988311"/>
                <a:gd name="csX3" fmla="*/ 6599126 w 6599212"/>
                <a:gd name="csY3" fmla="*/ 164705 h 988311"/>
                <a:gd name="csX4" fmla="*/ 6599126 w 6599212"/>
                <a:gd name="csY4" fmla="*/ 823579 h 988311"/>
                <a:gd name="csX5" fmla="*/ 6434676 w 6599212"/>
                <a:gd name="csY5" fmla="*/ 988298 h 988311"/>
                <a:gd name="csX6" fmla="*/ 164363 w 6599212"/>
                <a:gd name="csY6" fmla="*/ 988298 h 988311"/>
                <a:gd name="csX7" fmla="*/ -87 w 6599212"/>
                <a:gd name="csY7" fmla="*/ 823579 h 988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599212" h="988311">
                  <a:moveTo>
                    <a:pt x="-87" y="164705"/>
                  </a:moveTo>
                  <a:cubicBezTo>
                    <a:pt x="-87" y="73737"/>
                    <a:pt x="73541" y="-14"/>
                    <a:pt x="164363" y="-14"/>
                  </a:cubicBezTo>
                  <a:lnTo>
                    <a:pt x="6434676" y="-14"/>
                  </a:lnTo>
                  <a:cubicBezTo>
                    <a:pt x="6525495" y="-14"/>
                    <a:pt x="6599126" y="73737"/>
                    <a:pt x="6599126" y="164705"/>
                  </a:cubicBezTo>
                  <a:lnTo>
                    <a:pt x="6599126" y="823579"/>
                  </a:lnTo>
                  <a:cubicBezTo>
                    <a:pt x="6599126" y="914546"/>
                    <a:pt x="6525495" y="988298"/>
                    <a:pt x="6434676" y="988298"/>
                  </a:cubicBezTo>
                  <a:lnTo>
                    <a:pt x="164363" y="988298"/>
                  </a:lnTo>
                  <a:cubicBezTo>
                    <a:pt x="73541" y="988298"/>
                    <a:pt x="-87" y="914546"/>
                    <a:pt x="-87" y="82357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383D586-C16D-5895-FE07-84B394CD26E3}"/>
                </a:ext>
              </a:extLst>
            </p:cNvPr>
            <p:cNvSpPr/>
            <p:nvPr/>
          </p:nvSpPr>
          <p:spPr>
            <a:xfrm>
              <a:off x="2085857" y="2734218"/>
              <a:ext cx="7519160" cy="786384"/>
            </a:xfrm>
            <a:custGeom>
              <a:avLst/>
              <a:gdLst>
                <a:gd name="csX0" fmla="*/ -87 w 6599212"/>
                <a:gd name="csY0" fmla="*/ 164705 h 988311"/>
                <a:gd name="csX1" fmla="*/ 164363 w 6599212"/>
                <a:gd name="csY1" fmla="*/ -14 h 988311"/>
                <a:gd name="csX2" fmla="*/ 6434676 w 6599212"/>
                <a:gd name="csY2" fmla="*/ -14 h 988311"/>
                <a:gd name="csX3" fmla="*/ 6599126 w 6599212"/>
                <a:gd name="csY3" fmla="*/ 164705 h 988311"/>
                <a:gd name="csX4" fmla="*/ 6599126 w 6599212"/>
                <a:gd name="csY4" fmla="*/ 823579 h 988311"/>
                <a:gd name="csX5" fmla="*/ 6434676 w 6599212"/>
                <a:gd name="csY5" fmla="*/ 988298 h 988311"/>
                <a:gd name="csX6" fmla="*/ 164363 w 6599212"/>
                <a:gd name="csY6" fmla="*/ 988298 h 988311"/>
                <a:gd name="csX7" fmla="*/ -87 w 6599212"/>
                <a:gd name="csY7" fmla="*/ 823579 h 9883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599212" h="988311">
                  <a:moveTo>
                    <a:pt x="-87" y="164705"/>
                  </a:moveTo>
                  <a:cubicBezTo>
                    <a:pt x="-87" y="73737"/>
                    <a:pt x="73541" y="-14"/>
                    <a:pt x="164363" y="-14"/>
                  </a:cubicBezTo>
                  <a:lnTo>
                    <a:pt x="6434676" y="-14"/>
                  </a:lnTo>
                  <a:cubicBezTo>
                    <a:pt x="6525495" y="-14"/>
                    <a:pt x="6599126" y="73737"/>
                    <a:pt x="6599126" y="164705"/>
                  </a:cubicBezTo>
                  <a:lnTo>
                    <a:pt x="6599126" y="823579"/>
                  </a:lnTo>
                  <a:cubicBezTo>
                    <a:pt x="6599126" y="914546"/>
                    <a:pt x="6525495" y="988298"/>
                    <a:pt x="6434676" y="988298"/>
                  </a:cubicBezTo>
                  <a:lnTo>
                    <a:pt x="164363" y="988298"/>
                  </a:lnTo>
                  <a:cubicBezTo>
                    <a:pt x="73541" y="988298"/>
                    <a:pt x="-87" y="914546"/>
                    <a:pt x="-87" y="823579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C5E6A1F-F972-8AB9-6D53-7B63A494ACA5}"/>
                </a:ext>
              </a:extLst>
            </p:cNvPr>
            <p:cNvSpPr/>
            <p:nvPr/>
          </p:nvSpPr>
          <p:spPr>
            <a:xfrm>
              <a:off x="4926690" y="2115195"/>
              <a:ext cx="1050357" cy="457200"/>
            </a:xfrm>
            <a:custGeom>
              <a:avLst/>
              <a:gdLst>
                <a:gd name="csX0" fmla="*/ -87 w 1050357"/>
                <a:gd name="csY0" fmla="*/ 340050 h 680128"/>
                <a:gd name="csX1" fmla="*/ 525092 w 1050357"/>
                <a:gd name="csY1" fmla="*/ -14 h 680128"/>
                <a:gd name="csX2" fmla="*/ 1050270 w 1050357"/>
                <a:gd name="csY2" fmla="*/ 340050 h 680128"/>
                <a:gd name="csX3" fmla="*/ 525092 w 1050357"/>
                <a:gd name="csY3" fmla="*/ 680115 h 680128"/>
                <a:gd name="csX4" fmla="*/ -87 w 1050357"/>
                <a:gd name="csY4" fmla="*/ 340050 h 680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50357" h="680128">
                  <a:moveTo>
                    <a:pt x="-87" y="340050"/>
                  </a:moveTo>
                  <a:cubicBezTo>
                    <a:pt x="-87" y="152239"/>
                    <a:pt x="235044" y="-14"/>
                    <a:pt x="525092" y="-14"/>
                  </a:cubicBezTo>
                  <a:cubicBezTo>
                    <a:pt x="815139" y="-14"/>
                    <a:pt x="1050270" y="152239"/>
                    <a:pt x="1050270" y="340050"/>
                  </a:cubicBezTo>
                  <a:cubicBezTo>
                    <a:pt x="1050270" y="527861"/>
                    <a:pt x="815139" y="680115"/>
                    <a:pt x="525092" y="680115"/>
                  </a:cubicBezTo>
                  <a:cubicBezTo>
                    <a:pt x="235044" y="680115"/>
                    <a:pt x="-87" y="527861"/>
                    <a:pt x="-87" y="340050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A54D22-5DDB-EC1B-90A2-C47332FE8353}"/>
                </a:ext>
              </a:extLst>
            </p:cNvPr>
            <p:cNvSpPr txBox="1"/>
            <p:nvPr/>
          </p:nvSpPr>
          <p:spPr>
            <a:xfrm>
              <a:off x="5232910" y="2198870"/>
              <a:ext cx="452368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high</a:t>
              </a: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84C92C-7117-4A94-28B8-C505AACF9B2D}"/>
                </a:ext>
              </a:extLst>
            </p:cNvPr>
            <p:cNvSpPr/>
            <p:nvPr/>
          </p:nvSpPr>
          <p:spPr>
            <a:xfrm>
              <a:off x="7112281" y="2115195"/>
              <a:ext cx="1060966" cy="457200"/>
            </a:xfrm>
            <a:custGeom>
              <a:avLst/>
              <a:gdLst>
                <a:gd name="csX0" fmla="*/ -87 w 1060966"/>
                <a:gd name="csY0" fmla="*/ 340050 h 680128"/>
                <a:gd name="csX1" fmla="*/ 530396 w 1060966"/>
                <a:gd name="csY1" fmla="*/ -14 h 680128"/>
                <a:gd name="csX2" fmla="*/ 1060880 w 1060966"/>
                <a:gd name="csY2" fmla="*/ 340050 h 680128"/>
                <a:gd name="csX3" fmla="*/ 530396 w 1060966"/>
                <a:gd name="csY3" fmla="*/ 680115 h 680128"/>
                <a:gd name="csX4" fmla="*/ -87 w 1060966"/>
                <a:gd name="csY4" fmla="*/ 340050 h 680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0966" h="680128">
                  <a:moveTo>
                    <a:pt x="-87" y="340050"/>
                  </a:moveTo>
                  <a:cubicBezTo>
                    <a:pt x="-87" y="152239"/>
                    <a:pt x="237421" y="-14"/>
                    <a:pt x="530396" y="-14"/>
                  </a:cubicBezTo>
                  <a:cubicBezTo>
                    <a:pt x="823372" y="-14"/>
                    <a:pt x="1060880" y="152239"/>
                    <a:pt x="1060880" y="340050"/>
                  </a:cubicBezTo>
                  <a:cubicBezTo>
                    <a:pt x="1060880" y="527861"/>
                    <a:pt x="823372" y="680115"/>
                    <a:pt x="530396" y="680115"/>
                  </a:cubicBezTo>
                  <a:cubicBezTo>
                    <a:pt x="237421" y="680115"/>
                    <a:pt x="-87" y="527861"/>
                    <a:pt x="-87" y="340050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97CA3EE-6062-CEE2-0217-CF0AFEE94932}"/>
                </a:ext>
              </a:extLst>
            </p:cNvPr>
            <p:cNvSpPr txBox="1"/>
            <p:nvPr/>
          </p:nvSpPr>
          <p:spPr>
            <a:xfrm>
              <a:off x="7495453" y="2198870"/>
              <a:ext cx="39786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low</a:t>
              </a:r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42F779B-5343-0116-1107-048C67216C6B}"/>
                </a:ext>
              </a:extLst>
            </p:cNvPr>
            <p:cNvSpPr/>
            <p:nvPr/>
          </p:nvSpPr>
          <p:spPr>
            <a:xfrm>
              <a:off x="4372304" y="3010996"/>
              <a:ext cx="1060966" cy="457200"/>
            </a:xfrm>
            <a:custGeom>
              <a:avLst/>
              <a:gdLst>
                <a:gd name="csX0" fmla="*/ -87 w 1060966"/>
                <a:gd name="csY0" fmla="*/ 345364 h 690755"/>
                <a:gd name="csX1" fmla="*/ 530396 w 1060966"/>
                <a:gd name="csY1" fmla="*/ -14 h 690755"/>
                <a:gd name="csX2" fmla="*/ 1060880 w 1060966"/>
                <a:gd name="csY2" fmla="*/ 345364 h 690755"/>
                <a:gd name="csX3" fmla="*/ 530396 w 1060966"/>
                <a:gd name="csY3" fmla="*/ 690742 h 690755"/>
                <a:gd name="csX4" fmla="*/ -87 w 1060966"/>
                <a:gd name="csY4" fmla="*/ 345364 h 690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0966" h="690755">
                  <a:moveTo>
                    <a:pt x="-87" y="345364"/>
                  </a:moveTo>
                  <a:cubicBezTo>
                    <a:pt x="-87" y="154620"/>
                    <a:pt x="237421" y="-14"/>
                    <a:pt x="530396" y="-14"/>
                  </a:cubicBezTo>
                  <a:cubicBezTo>
                    <a:pt x="823372" y="-14"/>
                    <a:pt x="1060880" y="154620"/>
                    <a:pt x="1060880" y="345364"/>
                  </a:cubicBezTo>
                  <a:cubicBezTo>
                    <a:pt x="1060880" y="536108"/>
                    <a:pt x="823372" y="690742"/>
                    <a:pt x="530396" y="690742"/>
                  </a:cubicBezTo>
                  <a:cubicBezTo>
                    <a:pt x="237421" y="690742"/>
                    <a:pt x="-87" y="536108"/>
                    <a:pt x="-87" y="345364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8414492-4559-1A5F-0766-53ABD559AA6D}"/>
                </a:ext>
              </a:extLst>
            </p:cNvPr>
            <p:cNvSpPr txBox="1"/>
            <p:nvPr/>
          </p:nvSpPr>
          <p:spPr>
            <a:xfrm>
              <a:off x="4664934" y="3112062"/>
              <a:ext cx="452368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high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6F5F1711-5354-0C4A-BD4A-B17C2B49E3A9}"/>
                </a:ext>
              </a:extLst>
            </p:cNvPr>
            <p:cNvSpPr/>
            <p:nvPr/>
          </p:nvSpPr>
          <p:spPr>
            <a:xfrm>
              <a:off x="5486319" y="3010996"/>
              <a:ext cx="1060966" cy="457200"/>
            </a:xfrm>
            <a:custGeom>
              <a:avLst/>
              <a:gdLst>
                <a:gd name="csX0" fmla="*/ -87 w 1060966"/>
                <a:gd name="csY0" fmla="*/ 345364 h 690755"/>
                <a:gd name="csX1" fmla="*/ 530396 w 1060966"/>
                <a:gd name="csY1" fmla="*/ -14 h 690755"/>
                <a:gd name="csX2" fmla="*/ 1060880 w 1060966"/>
                <a:gd name="csY2" fmla="*/ 345364 h 690755"/>
                <a:gd name="csX3" fmla="*/ 530396 w 1060966"/>
                <a:gd name="csY3" fmla="*/ 690742 h 690755"/>
                <a:gd name="csX4" fmla="*/ -87 w 1060966"/>
                <a:gd name="csY4" fmla="*/ 345364 h 690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0966" h="690755">
                  <a:moveTo>
                    <a:pt x="-87" y="345364"/>
                  </a:moveTo>
                  <a:cubicBezTo>
                    <a:pt x="-87" y="154620"/>
                    <a:pt x="237421" y="-14"/>
                    <a:pt x="530396" y="-14"/>
                  </a:cubicBezTo>
                  <a:cubicBezTo>
                    <a:pt x="823372" y="-14"/>
                    <a:pt x="1060880" y="154620"/>
                    <a:pt x="1060880" y="345364"/>
                  </a:cubicBezTo>
                  <a:cubicBezTo>
                    <a:pt x="1060880" y="536108"/>
                    <a:pt x="823372" y="690742"/>
                    <a:pt x="530396" y="690742"/>
                  </a:cubicBezTo>
                  <a:cubicBezTo>
                    <a:pt x="237421" y="690742"/>
                    <a:pt x="-87" y="536108"/>
                    <a:pt x="-87" y="345364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005F09-971B-C1A2-2E00-46569C828987}"/>
                </a:ext>
              </a:extLst>
            </p:cNvPr>
            <p:cNvSpPr txBox="1"/>
            <p:nvPr/>
          </p:nvSpPr>
          <p:spPr>
            <a:xfrm>
              <a:off x="5842105" y="3112062"/>
              <a:ext cx="39786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low</a:t>
              </a: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6C5C200-E6D6-D5A5-519F-7416581A57EA}"/>
                </a:ext>
              </a:extLst>
            </p:cNvPr>
            <p:cNvSpPr/>
            <p:nvPr/>
          </p:nvSpPr>
          <p:spPr>
            <a:xfrm>
              <a:off x="6600334" y="3010996"/>
              <a:ext cx="1060966" cy="457200"/>
            </a:xfrm>
            <a:custGeom>
              <a:avLst/>
              <a:gdLst>
                <a:gd name="csX0" fmla="*/ -87 w 1060966"/>
                <a:gd name="csY0" fmla="*/ 345364 h 690755"/>
                <a:gd name="csX1" fmla="*/ 530396 w 1060966"/>
                <a:gd name="csY1" fmla="*/ -14 h 690755"/>
                <a:gd name="csX2" fmla="*/ 1060880 w 1060966"/>
                <a:gd name="csY2" fmla="*/ 345364 h 690755"/>
                <a:gd name="csX3" fmla="*/ 530396 w 1060966"/>
                <a:gd name="csY3" fmla="*/ 690742 h 690755"/>
                <a:gd name="csX4" fmla="*/ -87 w 1060966"/>
                <a:gd name="csY4" fmla="*/ 345364 h 690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0966" h="690755">
                  <a:moveTo>
                    <a:pt x="-87" y="345364"/>
                  </a:moveTo>
                  <a:cubicBezTo>
                    <a:pt x="-87" y="154620"/>
                    <a:pt x="237421" y="-14"/>
                    <a:pt x="530396" y="-14"/>
                  </a:cubicBezTo>
                  <a:cubicBezTo>
                    <a:pt x="823372" y="-14"/>
                    <a:pt x="1060880" y="154620"/>
                    <a:pt x="1060880" y="345364"/>
                  </a:cubicBezTo>
                  <a:cubicBezTo>
                    <a:pt x="1060880" y="536108"/>
                    <a:pt x="823372" y="690742"/>
                    <a:pt x="530396" y="690742"/>
                  </a:cubicBezTo>
                  <a:cubicBezTo>
                    <a:pt x="237421" y="690742"/>
                    <a:pt x="-87" y="536108"/>
                    <a:pt x="-87" y="345364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B774ACB-76CC-95FA-2941-963A2C73A4D1}"/>
                </a:ext>
              </a:extLst>
            </p:cNvPr>
            <p:cNvSpPr/>
            <p:nvPr/>
          </p:nvSpPr>
          <p:spPr>
            <a:xfrm>
              <a:off x="7724958" y="3010996"/>
              <a:ext cx="1060966" cy="457200"/>
            </a:xfrm>
            <a:custGeom>
              <a:avLst/>
              <a:gdLst>
                <a:gd name="csX0" fmla="*/ -87 w 1060966"/>
                <a:gd name="csY0" fmla="*/ 345364 h 690755"/>
                <a:gd name="csX1" fmla="*/ 530396 w 1060966"/>
                <a:gd name="csY1" fmla="*/ -14 h 690755"/>
                <a:gd name="csX2" fmla="*/ 1060880 w 1060966"/>
                <a:gd name="csY2" fmla="*/ 345364 h 690755"/>
                <a:gd name="csX3" fmla="*/ 530396 w 1060966"/>
                <a:gd name="csY3" fmla="*/ 690742 h 690755"/>
                <a:gd name="csX4" fmla="*/ -87 w 1060966"/>
                <a:gd name="csY4" fmla="*/ 345364 h 690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060966" h="690755">
                  <a:moveTo>
                    <a:pt x="-87" y="345364"/>
                  </a:moveTo>
                  <a:cubicBezTo>
                    <a:pt x="-87" y="154620"/>
                    <a:pt x="237421" y="-14"/>
                    <a:pt x="530396" y="-14"/>
                  </a:cubicBezTo>
                  <a:cubicBezTo>
                    <a:pt x="823372" y="-14"/>
                    <a:pt x="1060880" y="154620"/>
                    <a:pt x="1060880" y="345364"/>
                  </a:cubicBezTo>
                  <a:cubicBezTo>
                    <a:pt x="1060880" y="536108"/>
                    <a:pt x="823372" y="690742"/>
                    <a:pt x="530396" y="690742"/>
                  </a:cubicBezTo>
                  <a:cubicBezTo>
                    <a:pt x="237421" y="690742"/>
                    <a:pt x="-87" y="536108"/>
                    <a:pt x="-87" y="345364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9FAF982-F484-AEA4-AA4C-63748899ED58}"/>
                </a:ext>
              </a:extLst>
            </p:cNvPr>
            <p:cNvSpPr/>
            <p:nvPr/>
          </p:nvSpPr>
          <p:spPr>
            <a:xfrm>
              <a:off x="4844736" y="3383462"/>
              <a:ext cx="111401" cy="475356"/>
            </a:xfrm>
            <a:custGeom>
              <a:avLst/>
              <a:gdLst>
                <a:gd name="csX0" fmla="*/ 55614 w 111401"/>
                <a:gd name="csY0" fmla="*/ -14 h 475356"/>
                <a:gd name="csX1" fmla="*/ 55614 w 111401"/>
                <a:gd name="csY1" fmla="*/ 382356 h 475356"/>
                <a:gd name="csX2" fmla="*/ 37047 w 111401"/>
                <a:gd name="csY2" fmla="*/ 382356 h 475356"/>
                <a:gd name="csX3" fmla="*/ 37047 w 111401"/>
                <a:gd name="csY3" fmla="*/ -14 h 475356"/>
                <a:gd name="csX4" fmla="*/ 111315 w 111401"/>
                <a:gd name="csY4" fmla="*/ 363759 h 475356"/>
                <a:gd name="csX5" fmla="*/ 55614 w 111401"/>
                <a:gd name="csY5" fmla="*/ 475343 h 475356"/>
                <a:gd name="csX6" fmla="*/ -87 w 111401"/>
                <a:gd name="csY6" fmla="*/ 363759 h 475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1401" h="475356">
                  <a:moveTo>
                    <a:pt x="55614" y="-14"/>
                  </a:moveTo>
                  <a:lnTo>
                    <a:pt x="55614" y="382356"/>
                  </a:lnTo>
                  <a:lnTo>
                    <a:pt x="37047" y="382356"/>
                  </a:lnTo>
                  <a:lnTo>
                    <a:pt x="37047" y="-14"/>
                  </a:lnTo>
                  <a:close/>
                  <a:moveTo>
                    <a:pt x="111315" y="363759"/>
                  </a:moveTo>
                  <a:lnTo>
                    <a:pt x="55614" y="475343"/>
                  </a:lnTo>
                  <a:lnTo>
                    <a:pt x="-87" y="363759"/>
                  </a:lnTo>
                  <a:close/>
                </a:path>
              </a:pathLst>
            </a:custGeom>
            <a:solidFill>
              <a:srgbClr val="191B0E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E6D9237-B4C4-2335-FAB2-15C2EC5B32E7}"/>
                </a:ext>
              </a:extLst>
            </p:cNvPr>
            <p:cNvSpPr/>
            <p:nvPr/>
          </p:nvSpPr>
          <p:spPr>
            <a:xfrm>
              <a:off x="5990580" y="3383462"/>
              <a:ext cx="111401" cy="475356"/>
            </a:xfrm>
            <a:custGeom>
              <a:avLst/>
              <a:gdLst>
                <a:gd name="csX0" fmla="*/ 55614 w 111401"/>
                <a:gd name="csY0" fmla="*/ -14 h 475356"/>
                <a:gd name="csX1" fmla="*/ 55614 w 111401"/>
                <a:gd name="csY1" fmla="*/ 382356 h 475356"/>
                <a:gd name="csX2" fmla="*/ 37047 w 111401"/>
                <a:gd name="csY2" fmla="*/ 382356 h 475356"/>
                <a:gd name="csX3" fmla="*/ 37047 w 111401"/>
                <a:gd name="csY3" fmla="*/ -14 h 475356"/>
                <a:gd name="csX4" fmla="*/ 111315 w 111401"/>
                <a:gd name="csY4" fmla="*/ 363759 h 475356"/>
                <a:gd name="csX5" fmla="*/ 55614 w 111401"/>
                <a:gd name="csY5" fmla="*/ 475343 h 475356"/>
                <a:gd name="csX6" fmla="*/ -87 w 111401"/>
                <a:gd name="csY6" fmla="*/ 363759 h 475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1401" h="475356">
                  <a:moveTo>
                    <a:pt x="55614" y="-14"/>
                  </a:moveTo>
                  <a:lnTo>
                    <a:pt x="55614" y="382356"/>
                  </a:lnTo>
                  <a:lnTo>
                    <a:pt x="37047" y="382356"/>
                  </a:lnTo>
                  <a:lnTo>
                    <a:pt x="37047" y="-14"/>
                  </a:lnTo>
                  <a:close/>
                  <a:moveTo>
                    <a:pt x="111315" y="363759"/>
                  </a:moveTo>
                  <a:lnTo>
                    <a:pt x="55614" y="475343"/>
                  </a:lnTo>
                  <a:lnTo>
                    <a:pt x="-87" y="363759"/>
                  </a:lnTo>
                  <a:close/>
                </a:path>
              </a:pathLst>
            </a:custGeom>
            <a:solidFill>
              <a:srgbClr val="191B0E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1F6CF23-401E-FE54-3EED-6594E81AB963}"/>
                </a:ext>
              </a:extLst>
            </p:cNvPr>
            <p:cNvSpPr/>
            <p:nvPr/>
          </p:nvSpPr>
          <p:spPr>
            <a:xfrm>
              <a:off x="7104595" y="3383462"/>
              <a:ext cx="111401" cy="475356"/>
            </a:xfrm>
            <a:custGeom>
              <a:avLst/>
              <a:gdLst>
                <a:gd name="csX0" fmla="*/ 55614 w 111401"/>
                <a:gd name="csY0" fmla="*/ -14 h 475356"/>
                <a:gd name="csX1" fmla="*/ 55614 w 111401"/>
                <a:gd name="csY1" fmla="*/ 382356 h 475356"/>
                <a:gd name="csX2" fmla="*/ 37047 w 111401"/>
                <a:gd name="csY2" fmla="*/ 382356 h 475356"/>
                <a:gd name="csX3" fmla="*/ 37047 w 111401"/>
                <a:gd name="csY3" fmla="*/ -14 h 475356"/>
                <a:gd name="csX4" fmla="*/ 111315 w 111401"/>
                <a:gd name="csY4" fmla="*/ 363759 h 475356"/>
                <a:gd name="csX5" fmla="*/ 55614 w 111401"/>
                <a:gd name="csY5" fmla="*/ 475343 h 475356"/>
                <a:gd name="csX6" fmla="*/ -87 w 111401"/>
                <a:gd name="csY6" fmla="*/ 363759 h 475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1401" h="475356">
                  <a:moveTo>
                    <a:pt x="55614" y="-14"/>
                  </a:moveTo>
                  <a:lnTo>
                    <a:pt x="55614" y="382356"/>
                  </a:lnTo>
                  <a:lnTo>
                    <a:pt x="37047" y="382356"/>
                  </a:lnTo>
                  <a:lnTo>
                    <a:pt x="37047" y="-14"/>
                  </a:lnTo>
                  <a:close/>
                  <a:moveTo>
                    <a:pt x="111315" y="363759"/>
                  </a:moveTo>
                  <a:lnTo>
                    <a:pt x="55614" y="475343"/>
                  </a:lnTo>
                  <a:lnTo>
                    <a:pt x="-87" y="363759"/>
                  </a:lnTo>
                  <a:close/>
                </a:path>
              </a:pathLst>
            </a:custGeom>
            <a:solidFill>
              <a:srgbClr val="191B0E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E9873AC3-001D-6DAB-BD0D-E83DC5630BA5}"/>
                </a:ext>
              </a:extLst>
            </p:cNvPr>
            <p:cNvSpPr/>
            <p:nvPr/>
          </p:nvSpPr>
          <p:spPr>
            <a:xfrm>
              <a:off x="8208001" y="3383462"/>
              <a:ext cx="111401" cy="475356"/>
            </a:xfrm>
            <a:custGeom>
              <a:avLst/>
              <a:gdLst>
                <a:gd name="csX0" fmla="*/ 55614 w 111401"/>
                <a:gd name="csY0" fmla="*/ -14 h 475356"/>
                <a:gd name="csX1" fmla="*/ 55614 w 111401"/>
                <a:gd name="csY1" fmla="*/ 382356 h 475356"/>
                <a:gd name="csX2" fmla="*/ 37047 w 111401"/>
                <a:gd name="csY2" fmla="*/ 382356 h 475356"/>
                <a:gd name="csX3" fmla="*/ 37047 w 111401"/>
                <a:gd name="csY3" fmla="*/ -14 h 475356"/>
                <a:gd name="csX4" fmla="*/ 111315 w 111401"/>
                <a:gd name="csY4" fmla="*/ 363759 h 475356"/>
                <a:gd name="csX5" fmla="*/ 55614 w 111401"/>
                <a:gd name="csY5" fmla="*/ 475343 h 475356"/>
                <a:gd name="csX6" fmla="*/ -87 w 111401"/>
                <a:gd name="csY6" fmla="*/ 363759 h 4753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1401" h="475356">
                  <a:moveTo>
                    <a:pt x="55614" y="-14"/>
                  </a:moveTo>
                  <a:lnTo>
                    <a:pt x="55614" y="382356"/>
                  </a:lnTo>
                  <a:lnTo>
                    <a:pt x="37047" y="382356"/>
                  </a:lnTo>
                  <a:lnTo>
                    <a:pt x="37047" y="-14"/>
                  </a:lnTo>
                  <a:close/>
                  <a:moveTo>
                    <a:pt x="111315" y="363759"/>
                  </a:moveTo>
                  <a:lnTo>
                    <a:pt x="55614" y="475343"/>
                  </a:lnTo>
                  <a:lnTo>
                    <a:pt x="-87" y="363759"/>
                  </a:lnTo>
                  <a:close/>
                </a:path>
              </a:pathLst>
            </a:custGeom>
            <a:solidFill>
              <a:srgbClr val="191B0E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23D7CB-3DCA-F4A4-86AC-661680297CD5}"/>
                </a:ext>
              </a:extLst>
            </p:cNvPr>
            <p:cNvSpPr txBox="1"/>
            <p:nvPr/>
          </p:nvSpPr>
          <p:spPr>
            <a:xfrm>
              <a:off x="4701172" y="3887212"/>
              <a:ext cx="38985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D19B4F6-2C5B-CEE3-FCD1-F3CB4740813E}"/>
                </a:ext>
              </a:extLst>
            </p:cNvPr>
            <p:cNvSpPr txBox="1"/>
            <p:nvPr/>
          </p:nvSpPr>
          <p:spPr>
            <a:xfrm>
              <a:off x="4590460" y="4106353"/>
              <a:ext cx="675185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 = 528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C4C3CC-94F8-9169-4F59-2926BBAA0D4D}"/>
                </a:ext>
              </a:extLst>
            </p:cNvPr>
            <p:cNvSpPr txBox="1"/>
            <p:nvPr/>
          </p:nvSpPr>
          <p:spPr>
            <a:xfrm>
              <a:off x="5848046" y="3887212"/>
              <a:ext cx="37382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HL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24D7FB-5D56-1AB7-5068-A327A67B029E}"/>
                </a:ext>
              </a:extLst>
            </p:cNvPr>
            <p:cNvSpPr txBox="1"/>
            <p:nvPr/>
          </p:nvSpPr>
          <p:spPr>
            <a:xfrm>
              <a:off x="5737334" y="4106353"/>
              <a:ext cx="675185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 = 528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3C01082-6C77-6749-7BE1-7F0300307529}"/>
                </a:ext>
              </a:extLst>
            </p:cNvPr>
            <p:cNvSpPr txBox="1"/>
            <p:nvPr/>
          </p:nvSpPr>
          <p:spPr>
            <a:xfrm>
              <a:off x="6959196" y="3887212"/>
              <a:ext cx="37382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DB5BFDE-F0E9-4E1E-F98C-346FC26D04A2}"/>
                </a:ext>
              </a:extLst>
            </p:cNvPr>
            <p:cNvSpPr txBox="1"/>
            <p:nvPr/>
          </p:nvSpPr>
          <p:spPr>
            <a:xfrm>
              <a:off x="6827901" y="4106353"/>
              <a:ext cx="675185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 =  528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B5953CC-3BB9-440F-A43D-953F1E48CD4C}"/>
                </a:ext>
              </a:extLst>
            </p:cNvPr>
            <p:cNvSpPr txBox="1"/>
            <p:nvPr/>
          </p:nvSpPr>
          <p:spPr>
            <a:xfrm>
              <a:off x="8070283" y="3887212"/>
              <a:ext cx="357790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06224B-7473-BC78-4495-28B3FC967974}"/>
                </a:ext>
              </a:extLst>
            </p:cNvPr>
            <p:cNvSpPr txBox="1"/>
            <p:nvPr/>
          </p:nvSpPr>
          <p:spPr>
            <a:xfrm>
              <a:off x="7959571" y="4106353"/>
              <a:ext cx="638316" cy="25391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5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n = 528</a:t>
              </a: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2CE3987-5D08-8A48-3ED2-283DB80B6B1E}"/>
                </a:ext>
              </a:extLst>
            </p:cNvPr>
            <p:cNvSpPr/>
            <p:nvPr/>
          </p:nvSpPr>
          <p:spPr>
            <a:xfrm>
              <a:off x="4877100" y="2534532"/>
              <a:ext cx="1177673" cy="606047"/>
            </a:xfrm>
            <a:custGeom>
              <a:avLst/>
              <a:gdLst>
                <a:gd name="csX0" fmla="*/ -87 w 1177673"/>
                <a:gd name="csY0" fmla="*/ 605726 h 606047"/>
                <a:gd name="csX1" fmla="*/ 932 w 1177673"/>
                <a:gd name="csY1" fmla="*/ 544684 h 606047"/>
                <a:gd name="csX2" fmla="*/ 3870 w 1177673"/>
                <a:gd name="csY2" fmla="*/ 487840 h 606047"/>
                <a:gd name="csX3" fmla="*/ 8517 w 1177673"/>
                <a:gd name="csY3" fmla="*/ 436384 h 606047"/>
                <a:gd name="csX4" fmla="*/ 14671 w 1177673"/>
                <a:gd name="csY4" fmla="*/ 391559 h 606047"/>
                <a:gd name="csX5" fmla="*/ 22130 w 1177673"/>
                <a:gd name="csY5" fmla="*/ 354577 h 606047"/>
                <a:gd name="csX6" fmla="*/ 30692 w 1177673"/>
                <a:gd name="csY6" fmla="*/ 326660 h 606047"/>
                <a:gd name="csX7" fmla="*/ 40155 w 1177673"/>
                <a:gd name="csY7" fmla="*/ 309009 h 606047"/>
                <a:gd name="csX8" fmla="*/ 50309 w 1177673"/>
                <a:gd name="csY8" fmla="*/ 302856 h 606047"/>
                <a:gd name="csX9" fmla="*/ 538354 w 1177673"/>
                <a:gd name="csY9" fmla="*/ 302856 h 606047"/>
                <a:gd name="csX10" fmla="*/ 548507 w 1177673"/>
                <a:gd name="csY10" fmla="*/ 296703 h 606047"/>
                <a:gd name="csX11" fmla="*/ 557971 w 1177673"/>
                <a:gd name="csY11" fmla="*/ 279051 h 606047"/>
                <a:gd name="csX12" fmla="*/ 566533 w 1177673"/>
                <a:gd name="csY12" fmla="*/ 251134 h 606047"/>
                <a:gd name="csX13" fmla="*/ 573992 w 1177673"/>
                <a:gd name="csY13" fmla="*/ 214152 h 606047"/>
                <a:gd name="csX14" fmla="*/ 580145 w 1177673"/>
                <a:gd name="csY14" fmla="*/ 169327 h 606047"/>
                <a:gd name="csX15" fmla="*/ 584792 w 1177673"/>
                <a:gd name="csY15" fmla="*/ 117871 h 606047"/>
                <a:gd name="csX16" fmla="*/ 587731 w 1177673"/>
                <a:gd name="csY16" fmla="*/ 61028 h 606047"/>
                <a:gd name="csX17" fmla="*/ 588750 w 1177673"/>
                <a:gd name="csY17" fmla="*/ -14 h 606047"/>
                <a:gd name="csX18" fmla="*/ 589768 w 1177673"/>
                <a:gd name="csY18" fmla="*/ 61028 h 606047"/>
                <a:gd name="csX19" fmla="*/ 592707 w 1177673"/>
                <a:gd name="csY19" fmla="*/ 117871 h 606047"/>
                <a:gd name="csX20" fmla="*/ 597354 w 1177673"/>
                <a:gd name="csY20" fmla="*/ 169327 h 606047"/>
                <a:gd name="csX21" fmla="*/ 603508 w 1177673"/>
                <a:gd name="csY21" fmla="*/ 214152 h 606047"/>
                <a:gd name="csX22" fmla="*/ 610966 w 1177673"/>
                <a:gd name="csY22" fmla="*/ 251134 h 606047"/>
                <a:gd name="csX23" fmla="*/ 619528 w 1177673"/>
                <a:gd name="csY23" fmla="*/ 279051 h 606047"/>
                <a:gd name="csX24" fmla="*/ 628992 w 1177673"/>
                <a:gd name="csY24" fmla="*/ 296703 h 606047"/>
                <a:gd name="csX25" fmla="*/ 639145 w 1177673"/>
                <a:gd name="csY25" fmla="*/ 302856 h 606047"/>
                <a:gd name="csX26" fmla="*/ 1127190 w 1177673"/>
                <a:gd name="csY26" fmla="*/ 302856 h 606047"/>
                <a:gd name="csX27" fmla="*/ 1137344 w 1177673"/>
                <a:gd name="csY27" fmla="*/ 309009 h 606047"/>
                <a:gd name="csX28" fmla="*/ 1146807 w 1177673"/>
                <a:gd name="csY28" fmla="*/ 326660 h 606047"/>
                <a:gd name="csX29" fmla="*/ 1155370 w 1177673"/>
                <a:gd name="csY29" fmla="*/ 354577 h 606047"/>
                <a:gd name="csX30" fmla="*/ 1162828 w 1177673"/>
                <a:gd name="csY30" fmla="*/ 391559 h 606047"/>
                <a:gd name="csX31" fmla="*/ 1168982 w 1177673"/>
                <a:gd name="csY31" fmla="*/ 436384 h 606047"/>
                <a:gd name="csX32" fmla="*/ 1173629 w 1177673"/>
                <a:gd name="csY32" fmla="*/ 487840 h 606047"/>
                <a:gd name="csX33" fmla="*/ 1176568 w 1177673"/>
                <a:gd name="csY33" fmla="*/ 544684 h 606047"/>
                <a:gd name="csX34" fmla="*/ 1177586 w 1177673"/>
                <a:gd name="csY34" fmla="*/ 605726 h 606047"/>
                <a:gd name="csX35" fmla="*/ 1159019 w 1177673"/>
                <a:gd name="csY35" fmla="*/ 606034 h 606047"/>
                <a:gd name="csX36" fmla="*/ 1158022 w 1177673"/>
                <a:gd name="csY36" fmla="*/ 545651 h 606047"/>
                <a:gd name="csX37" fmla="*/ 1155136 w 1177673"/>
                <a:gd name="csY37" fmla="*/ 489508 h 606047"/>
                <a:gd name="csX38" fmla="*/ 1150584 w 1177673"/>
                <a:gd name="csY38" fmla="*/ 438924 h 606047"/>
                <a:gd name="csX39" fmla="*/ 1144622 w 1177673"/>
                <a:gd name="csY39" fmla="*/ 395247 h 606047"/>
                <a:gd name="csX40" fmla="*/ 1137620 w 1177673"/>
                <a:gd name="csY40" fmla="*/ 360040 h 606047"/>
                <a:gd name="csX41" fmla="*/ 1129588 w 1177673"/>
                <a:gd name="csY41" fmla="*/ 333855 h 606047"/>
                <a:gd name="csX42" fmla="*/ 1123392 w 1177673"/>
                <a:gd name="csY42" fmla="*/ 322293 h 606047"/>
                <a:gd name="csX43" fmla="*/ 1122013 w 1177673"/>
                <a:gd name="csY43" fmla="*/ 321453 h 606047"/>
                <a:gd name="csX44" fmla="*/ 639145 w 1177673"/>
                <a:gd name="csY44" fmla="*/ 321453 h 606047"/>
                <a:gd name="csX45" fmla="*/ 629533 w 1177673"/>
                <a:gd name="csY45" fmla="*/ 318764 h 606047"/>
                <a:gd name="csX46" fmla="*/ 619380 w 1177673"/>
                <a:gd name="csY46" fmla="*/ 312611 h 606047"/>
                <a:gd name="csX47" fmla="*/ 612632 w 1177673"/>
                <a:gd name="csY47" fmla="*/ 305502 h 606047"/>
                <a:gd name="csX48" fmla="*/ 603168 w 1177673"/>
                <a:gd name="csY48" fmla="*/ 287851 h 606047"/>
                <a:gd name="csX49" fmla="*/ 601778 w 1177673"/>
                <a:gd name="csY49" fmla="*/ 284513 h 606047"/>
                <a:gd name="csX50" fmla="*/ 592771 w 1177673"/>
                <a:gd name="csY50" fmla="*/ 254811 h 606047"/>
                <a:gd name="csX51" fmla="*/ 585121 w 1177673"/>
                <a:gd name="csY51" fmla="*/ 216681 h 606047"/>
                <a:gd name="csX52" fmla="*/ 578861 w 1177673"/>
                <a:gd name="csY52" fmla="*/ 170996 h 606047"/>
                <a:gd name="csX53" fmla="*/ 574172 w 1177673"/>
                <a:gd name="csY53" fmla="*/ 118839 h 606047"/>
                <a:gd name="csX54" fmla="*/ 571212 w 1177673"/>
                <a:gd name="csY54" fmla="*/ 61336 h 606047"/>
                <a:gd name="csX55" fmla="*/ 570183 w 1177673"/>
                <a:gd name="csY55" fmla="*/ 294 h 606047"/>
                <a:gd name="csX56" fmla="*/ 607316 w 1177673"/>
                <a:gd name="csY56" fmla="*/ 294 h 606047"/>
                <a:gd name="csX57" fmla="*/ 606266 w 1177673"/>
                <a:gd name="csY57" fmla="*/ 61984 h 606047"/>
                <a:gd name="csX58" fmla="*/ 603285 w 1177673"/>
                <a:gd name="csY58" fmla="*/ 119551 h 606047"/>
                <a:gd name="csX59" fmla="*/ 598532 w 1177673"/>
                <a:gd name="csY59" fmla="*/ 171857 h 606047"/>
                <a:gd name="csX60" fmla="*/ 592187 w 1177673"/>
                <a:gd name="csY60" fmla="*/ 217829 h 606047"/>
                <a:gd name="csX61" fmla="*/ 584283 w 1177673"/>
                <a:gd name="csY61" fmla="*/ 256586 h 606047"/>
                <a:gd name="csX62" fmla="*/ 575721 w 1177673"/>
                <a:gd name="csY62" fmla="*/ 284513 h 606047"/>
                <a:gd name="csX63" fmla="*/ 574331 w 1177673"/>
                <a:gd name="csY63" fmla="*/ 287851 h 606047"/>
                <a:gd name="csX64" fmla="*/ 564867 w 1177673"/>
                <a:gd name="csY64" fmla="*/ 305502 h 606047"/>
                <a:gd name="csX65" fmla="*/ 558120 w 1177673"/>
                <a:gd name="csY65" fmla="*/ 312611 h 606047"/>
                <a:gd name="csX66" fmla="*/ 547966 w 1177673"/>
                <a:gd name="csY66" fmla="*/ 318764 h 606047"/>
                <a:gd name="csX67" fmla="*/ 538354 w 1177673"/>
                <a:gd name="csY67" fmla="*/ 321453 h 606047"/>
                <a:gd name="csX68" fmla="*/ 55487 w 1177673"/>
                <a:gd name="csY68" fmla="*/ 321453 h 606047"/>
                <a:gd name="csX69" fmla="*/ 54107 w 1177673"/>
                <a:gd name="csY69" fmla="*/ 322293 h 606047"/>
                <a:gd name="csX70" fmla="*/ 47911 w 1177673"/>
                <a:gd name="csY70" fmla="*/ 333855 h 606047"/>
                <a:gd name="csX71" fmla="*/ 40336 w 1177673"/>
                <a:gd name="csY71" fmla="*/ 358265 h 606047"/>
                <a:gd name="csX72" fmla="*/ 33068 w 1177673"/>
                <a:gd name="csY72" fmla="*/ 394099 h 606047"/>
                <a:gd name="csX73" fmla="*/ 27010 w 1177673"/>
                <a:gd name="csY73" fmla="*/ 438063 h 606047"/>
                <a:gd name="csX74" fmla="*/ 22416 w 1177673"/>
                <a:gd name="csY74" fmla="*/ 488797 h 606047"/>
                <a:gd name="csX75" fmla="*/ 19499 w 1177673"/>
                <a:gd name="csY75" fmla="*/ 545003 h 606047"/>
                <a:gd name="csX76" fmla="*/ 18480 w 1177673"/>
                <a:gd name="csY76" fmla="*/ 606034 h 606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1177673" h="606047">
                  <a:moveTo>
                    <a:pt x="-87" y="605726"/>
                  </a:moveTo>
                  <a:lnTo>
                    <a:pt x="932" y="544684"/>
                  </a:lnTo>
                  <a:lnTo>
                    <a:pt x="3870" y="487840"/>
                  </a:lnTo>
                  <a:lnTo>
                    <a:pt x="8517" y="436384"/>
                  </a:lnTo>
                  <a:lnTo>
                    <a:pt x="14671" y="391559"/>
                  </a:lnTo>
                  <a:lnTo>
                    <a:pt x="22130" y="354577"/>
                  </a:lnTo>
                  <a:lnTo>
                    <a:pt x="30692" y="326660"/>
                  </a:lnTo>
                  <a:lnTo>
                    <a:pt x="40155" y="309009"/>
                  </a:lnTo>
                  <a:lnTo>
                    <a:pt x="50309" y="302856"/>
                  </a:lnTo>
                  <a:lnTo>
                    <a:pt x="538354" y="302856"/>
                  </a:lnTo>
                  <a:lnTo>
                    <a:pt x="548507" y="296703"/>
                  </a:lnTo>
                  <a:lnTo>
                    <a:pt x="557971" y="279051"/>
                  </a:lnTo>
                  <a:lnTo>
                    <a:pt x="566533" y="251134"/>
                  </a:lnTo>
                  <a:lnTo>
                    <a:pt x="573992" y="214152"/>
                  </a:lnTo>
                  <a:lnTo>
                    <a:pt x="580145" y="169327"/>
                  </a:lnTo>
                  <a:lnTo>
                    <a:pt x="584792" y="117871"/>
                  </a:lnTo>
                  <a:lnTo>
                    <a:pt x="587731" y="61028"/>
                  </a:lnTo>
                  <a:lnTo>
                    <a:pt x="588750" y="-14"/>
                  </a:lnTo>
                  <a:lnTo>
                    <a:pt x="589768" y="61028"/>
                  </a:lnTo>
                  <a:lnTo>
                    <a:pt x="592707" y="117871"/>
                  </a:lnTo>
                  <a:lnTo>
                    <a:pt x="597354" y="169327"/>
                  </a:lnTo>
                  <a:lnTo>
                    <a:pt x="603508" y="214152"/>
                  </a:lnTo>
                  <a:lnTo>
                    <a:pt x="610966" y="251134"/>
                  </a:lnTo>
                  <a:lnTo>
                    <a:pt x="619528" y="279051"/>
                  </a:lnTo>
                  <a:lnTo>
                    <a:pt x="628992" y="296703"/>
                  </a:lnTo>
                  <a:lnTo>
                    <a:pt x="639145" y="302856"/>
                  </a:lnTo>
                  <a:lnTo>
                    <a:pt x="1127190" y="302856"/>
                  </a:lnTo>
                  <a:lnTo>
                    <a:pt x="1137344" y="309009"/>
                  </a:lnTo>
                  <a:lnTo>
                    <a:pt x="1146807" y="326660"/>
                  </a:lnTo>
                  <a:lnTo>
                    <a:pt x="1155370" y="354577"/>
                  </a:lnTo>
                  <a:lnTo>
                    <a:pt x="1162828" y="391559"/>
                  </a:lnTo>
                  <a:lnTo>
                    <a:pt x="1168982" y="436384"/>
                  </a:lnTo>
                  <a:lnTo>
                    <a:pt x="1173629" y="487840"/>
                  </a:lnTo>
                  <a:lnTo>
                    <a:pt x="1176568" y="544684"/>
                  </a:lnTo>
                  <a:lnTo>
                    <a:pt x="1177586" y="605726"/>
                  </a:lnTo>
                  <a:lnTo>
                    <a:pt x="1159019" y="606034"/>
                  </a:lnTo>
                  <a:lnTo>
                    <a:pt x="1158022" y="545651"/>
                  </a:lnTo>
                  <a:lnTo>
                    <a:pt x="1155136" y="489508"/>
                  </a:lnTo>
                  <a:lnTo>
                    <a:pt x="1150584" y="438924"/>
                  </a:lnTo>
                  <a:lnTo>
                    <a:pt x="1144622" y="395247"/>
                  </a:lnTo>
                  <a:lnTo>
                    <a:pt x="1137620" y="360040"/>
                  </a:lnTo>
                  <a:lnTo>
                    <a:pt x="1129588" y="333855"/>
                  </a:lnTo>
                  <a:lnTo>
                    <a:pt x="1123392" y="322293"/>
                  </a:lnTo>
                  <a:lnTo>
                    <a:pt x="1122013" y="321453"/>
                  </a:lnTo>
                  <a:lnTo>
                    <a:pt x="639145" y="321453"/>
                  </a:lnTo>
                  <a:cubicBezTo>
                    <a:pt x="635750" y="321453"/>
                    <a:pt x="632430" y="320528"/>
                    <a:pt x="629533" y="318764"/>
                  </a:cubicBezTo>
                  <a:lnTo>
                    <a:pt x="619380" y="312611"/>
                  </a:lnTo>
                  <a:cubicBezTo>
                    <a:pt x="616536" y="310890"/>
                    <a:pt x="614202" y="308435"/>
                    <a:pt x="612632" y="305502"/>
                  </a:cubicBezTo>
                  <a:lnTo>
                    <a:pt x="603168" y="287851"/>
                  </a:lnTo>
                  <a:cubicBezTo>
                    <a:pt x="602595" y="286788"/>
                    <a:pt x="602128" y="285672"/>
                    <a:pt x="601778" y="284513"/>
                  </a:cubicBezTo>
                  <a:lnTo>
                    <a:pt x="592771" y="254811"/>
                  </a:lnTo>
                  <a:lnTo>
                    <a:pt x="585121" y="216681"/>
                  </a:lnTo>
                  <a:lnTo>
                    <a:pt x="578861" y="170996"/>
                  </a:lnTo>
                  <a:lnTo>
                    <a:pt x="574172" y="118839"/>
                  </a:lnTo>
                  <a:lnTo>
                    <a:pt x="571212" y="61336"/>
                  </a:lnTo>
                  <a:lnTo>
                    <a:pt x="570183" y="294"/>
                  </a:lnTo>
                  <a:lnTo>
                    <a:pt x="607316" y="294"/>
                  </a:lnTo>
                  <a:lnTo>
                    <a:pt x="606266" y="61984"/>
                  </a:lnTo>
                  <a:lnTo>
                    <a:pt x="603285" y="119551"/>
                  </a:lnTo>
                  <a:lnTo>
                    <a:pt x="598532" y="171857"/>
                  </a:lnTo>
                  <a:lnTo>
                    <a:pt x="592187" y="217829"/>
                  </a:lnTo>
                  <a:lnTo>
                    <a:pt x="584283" y="256586"/>
                  </a:lnTo>
                  <a:lnTo>
                    <a:pt x="575721" y="284513"/>
                  </a:lnTo>
                  <a:cubicBezTo>
                    <a:pt x="575371" y="285672"/>
                    <a:pt x="574904" y="286788"/>
                    <a:pt x="574331" y="287851"/>
                  </a:cubicBezTo>
                  <a:lnTo>
                    <a:pt x="564867" y="305502"/>
                  </a:lnTo>
                  <a:cubicBezTo>
                    <a:pt x="563297" y="308435"/>
                    <a:pt x="560963" y="310890"/>
                    <a:pt x="558120" y="312611"/>
                  </a:cubicBezTo>
                  <a:lnTo>
                    <a:pt x="547966" y="318764"/>
                  </a:lnTo>
                  <a:cubicBezTo>
                    <a:pt x="545070" y="320528"/>
                    <a:pt x="541749" y="321453"/>
                    <a:pt x="538354" y="321453"/>
                  </a:cubicBezTo>
                  <a:lnTo>
                    <a:pt x="55487" y="321453"/>
                  </a:lnTo>
                  <a:lnTo>
                    <a:pt x="54107" y="322293"/>
                  </a:lnTo>
                  <a:lnTo>
                    <a:pt x="47911" y="333855"/>
                  </a:lnTo>
                  <a:lnTo>
                    <a:pt x="40336" y="358265"/>
                  </a:lnTo>
                  <a:lnTo>
                    <a:pt x="33068" y="394099"/>
                  </a:lnTo>
                  <a:lnTo>
                    <a:pt x="27010" y="438063"/>
                  </a:lnTo>
                  <a:lnTo>
                    <a:pt x="22416" y="488797"/>
                  </a:lnTo>
                  <a:lnTo>
                    <a:pt x="19499" y="545003"/>
                  </a:lnTo>
                  <a:lnTo>
                    <a:pt x="18480" y="606034"/>
                  </a:lnTo>
                  <a:close/>
                </a:path>
              </a:pathLst>
            </a:custGeom>
            <a:solidFill>
              <a:srgbClr val="000000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CB1E51A5-28AC-9C0E-F14E-2C46AC9892F3}"/>
                </a:ext>
              </a:extLst>
            </p:cNvPr>
            <p:cNvSpPr/>
            <p:nvPr/>
          </p:nvSpPr>
          <p:spPr>
            <a:xfrm>
              <a:off x="7105549" y="2522474"/>
              <a:ext cx="1177673" cy="595420"/>
            </a:xfrm>
            <a:custGeom>
              <a:avLst/>
              <a:gdLst>
                <a:gd name="csX0" fmla="*/ -87 w 1177673"/>
                <a:gd name="csY0" fmla="*/ 595099 h 595420"/>
                <a:gd name="csX1" fmla="*/ 921 w 1177673"/>
                <a:gd name="csY1" fmla="*/ 535130 h 595420"/>
                <a:gd name="csX2" fmla="*/ 3807 w 1177673"/>
                <a:gd name="csY2" fmla="*/ 479275 h 595420"/>
                <a:gd name="csX3" fmla="*/ 8369 w 1177673"/>
                <a:gd name="csY3" fmla="*/ 428733 h 595420"/>
                <a:gd name="csX4" fmla="*/ 14416 w 1177673"/>
                <a:gd name="csY4" fmla="*/ 384694 h 595420"/>
                <a:gd name="csX5" fmla="*/ 21737 w 1177673"/>
                <a:gd name="csY5" fmla="*/ 348361 h 595420"/>
                <a:gd name="csX6" fmla="*/ 30150 w 1177673"/>
                <a:gd name="csY6" fmla="*/ 320922 h 595420"/>
                <a:gd name="csX7" fmla="*/ 39445 w 1177673"/>
                <a:gd name="csY7" fmla="*/ 303589 h 595420"/>
                <a:gd name="csX8" fmla="*/ 49428 w 1177673"/>
                <a:gd name="csY8" fmla="*/ 297542 h 595420"/>
                <a:gd name="csX9" fmla="*/ 539234 w 1177673"/>
                <a:gd name="csY9" fmla="*/ 297542 h 595420"/>
                <a:gd name="csX10" fmla="*/ 549218 w 1177673"/>
                <a:gd name="csY10" fmla="*/ 291495 h 595420"/>
                <a:gd name="csX11" fmla="*/ 558512 w 1177673"/>
                <a:gd name="csY11" fmla="*/ 274163 h 595420"/>
                <a:gd name="csX12" fmla="*/ 566925 w 1177673"/>
                <a:gd name="csY12" fmla="*/ 246724 h 595420"/>
                <a:gd name="csX13" fmla="*/ 574246 w 1177673"/>
                <a:gd name="csY13" fmla="*/ 210390 h 595420"/>
                <a:gd name="csX14" fmla="*/ 580294 w 1177673"/>
                <a:gd name="csY14" fmla="*/ 166352 h 595420"/>
                <a:gd name="csX15" fmla="*/ 584856 w 1177673"/>
                <a:gd name="csY15" fmla="*/ 115810 h 595420"/>
                <a:gd name="csX16" fmla="*/ 587742 w 1177673"/>
                <a:gd name="csY16" fmla="*/ 59954 h 595420"/>
                <a:gd name="csX17" fmla="*/ 588750 w 1177673"/>
                <a:gd name="csY17" fmla="*/ -14 h 595420"/>
                <a:gd name="csX18" fmla="*/ 589757 w 1177673"/>
                <a:gd name="csY18" fmla="*/ 59954 h 595420"/>
                <a:gd name="csX19" fmla="*/ 592643 w 1177673"/>
                <a:gd name="csY19" fmla="*/ 115810 h 595420"/>
                <a:gd name="csX20" fmla="*/ 597205 w 1177673"/>
                <a:gd name="csY20" fmla="*/ 166352 h 595420"/>
                <a:gd name="csX21" fmla="*/ 603253 w 1177673"/>
                <a:gd name="csY21" fmla="*/ 210390 h 595420"/>
                <a:gd name="csX22" fmla="*/ 610574 w 1177673"/>
                <a:gd name="csY22" fmla="*/ 246724 h 595420"/>
                <a:gd name="csX23" fmla="*/ 618987 w 1177673"/>
                <a:gd name="csY23" fmla="*/ 274163 h 595420"/>
                <a:gd name="csX24" fmla="*/ 628281 w 1177673"/>
                <a:gd name="csY24" fmla="*/ 291495 h 595420"/>
                <a:gd name="csX25" fmla="*/ 638265 w 1177673"/>
                <a:gd name="csY25" fmla="*/ 297542 h 595420"/>
                <a:gd name="csX26" fmla="*/ 1128071 w 1177673"/>
                <a:gd name="csY26" fmla="*/ 297542 h 595420"/>
                <a:gd name="csX27" fmla="*/ 1138054 w 1177673"/>
                <a:gd name="csY27" fmla="*/ 303589 h 595420"/>
                <a:gd name="csX28" fmla="*/ 1147349 w 1177673"/>
                <a:gd name="csY28" fmla="*/ 320922 h 595420"/>
                <a:gd name="csX29" fmla="*/ 1155762 w 1177673"/>
                <a:gd name="csY29" fmla="*/ 348361 h 595420"/>
                <a:gd name="csX30" fmla="*/ 1163083 w 1177673"/>
                <a:gd name="csY30" fmla="*/ 384694 h 595420"/>
                <a:gd name="csX31" fmla="*/ 1169130 w 1177673"/>
                <a:gd name="csY31" fmla="*/ 428733 h 595420"/>
                <a:gd name="csX32" fmla="*/ 1173692 w 1177673"/>
                <a:gd name="csY32" fmla="*/ 479275 h 595420"/>
                <a:gd name="csX33" fmla="*/ 1176579 w 1177673"/>
                <a:gd name="csY33" fmla="*/ 535130 h 595420"/>
                <a:gd name="csX34" fmla="*/ 1177586 w 1177673"/>
                <a:gd name="csY34" fmla="*/ 595099 h 595420"/>
                <a:gd name="csX35" fmla="*/ 1159019 w 1177673"/>
                <a:gd name="csY35" fmla="*/ 595407 h 595420"/>
                <a:gd name="csX36" fmla="*/ 1158043 w 1177673"/>
                <a:gd name="csY36" fmla="*/ 536087 h 595420"/>
                <a:gd name="csX37" fmla="*/ 1155200 w 1177673"/>
                <a:gd name="csY37" fmla="*/ 480954 h 595420"/>
                <a:gd name="csX38" fmla="*/ 1150733 w 1177673"/>
                <a:gd name="csY38" fmla="*/ 431262 h 595420"/>
                <a:gd name="csX39" fmla="*/ 1144887 w 1177673"/>
                <a:gd name="csY39" fmla="*/ 388382 h 595420"/>
                <a:gd name="csX40" fmla="*/ 1138012 w 1177673"/>
                <a:gd name="csY40" fmla="*/ 353823 h 595420"/>
                <a:gd name="csX41" fmla="*/ 1130129 w 1177673"/>
                <a:gd name="csY41" fmla="*/ 328127 h 595420"/>
                <a:gd name="csX42" fmla="*/ 1124103 w 1177673"/>
                <a:gd name="csY42" fmla="*/ 316862 h 595420"/>
                <a:gd name="csX43" fmla="*/ 1122893 w 1177673"/>
                <a:gd name="csY43" fmla="*/ 316140 h 595420"/>
                <a:gd name="csX44" fmla="*/ 638265 w 1177673"/>
                <a:gd name="csY44" fmla="*/ 316140 h 595420"/>
                <a:gd name="csX45" fmla="*/ 628652 w 1177673"/>
                <a:gd name="csY45" fmla="*/ 313451 h 595420"/>
                <a:gd name="csX46" fmla="*/ 618669 w 1177673"/>
                <a:gd name="csY46" fmla="*/ 307415 h 595420"/>
                <a:gd name="csX47" fmla="*/ 611921 w 1177673"/>
                <a:gd name="csY47" fmla="*/ 300295 h 595420"/>
                <a:gd name="csX48" fmla="*/ 602627 w 1177673"/>
                <a:gd name="csY48" fmla="*/ 282952 h 595420"/>
                <a:gd name="csX49" fmla="*/ 601237 w 1177673"/>
                <a:gd name="csY49" fmla="*/ 279614 h 595420"/>
                <a:gd name="csX50" fmla="*/ 592378 w 1177673"/>
                <a:gd name="csY50" fmla="*/ 250411 h 595420"/>
                <a:gd name="csX51" fmla="*/ 584856 w 1177673"/>
                <a:gd name="csY51" fmla="*/ 212919 h 595420"/>
                <a:gd name="csX52" fmla="*/ 578713 w 1177673"/>
                <a:gd name="csY52" fmla="*/ 168031 h 595420"/>
                <a:gd name="csX53" fmla="*/ 574098 w 1177673"/>
                <a:gd name="csY53" fmla="*/ 116766 h 595420"/>
                <a:gd name="csX54" fmla="*/ 571190 w 1177673"/>
                <a:gd name="csY54" fmla="*/ 60262 h 595420"/>
                <a:gd name="csX55" fmla="*/ 570183 w 1177673"/>
                <a:gd name="csY55" fmla="*/ 294 h 595420"/>
                <a:gd name="csX56" fmla="*/ 607316 w 1177673"/>
                <a:gd name="csY56" fmla="*/ 294 h 595420"/>
                <a:gd name="csX57" fmla="*/ 606288 w 1177673"/>
                <a:gd name="csY57" fmla="*/ 60911 h 595420"/>
                <a:gd name="csX58" fmla="*/ 603348 w 1177673"/>
                <a:gd name="csY58" fmla="*/ 117489 h 595420"/>
                <a:gd name="csX59" fmla="*/ 598691 w 1177673"/>
                <a:gd name="csY59" fmla="*/ 168881 h 595420"/>
                <a:gd name="csX60" fmla="*/ 592452 w 1177673"/>
                <a:gd name="csY60" fmla="*/ 214067 h 595420"/>
                <a:gd name="csX61" fmla="*/ 584665 w 1177673"/>
                <a:gd name="csY61" fmla="*/ 252186 h 595420"/>
                <a:gd name="csX62" fmla="*/ 576262 w 1177673"/>
                <a:gd name="csY62" fmla="*/ 279614 h 595420"/>
                <a:gd name="csX63" fmla="*/ 574872 w 1177673"/>
                <a:gd name="csY63" fmla="*/ 282952 h 595420"/>
                <a:gd name="csX64" fmla="*/ 565578 w 1177673"/>
                <a:gd name="csY64" fmla="*/ 300295 h 595420"/>
                <a:gd name="csX65" fmla="*/ 558830 w 1177673"/>
                <a:gd name="csY65" fmla="*/ 307415 h 595420"/>
                <a:gd name="csX66" fmla="*/ 548847 w 1177673"/>
                <a:gd name="csY66" fmla="*/ 313451 h 595420"/>
                <a:gd name="csX67" fmla="*/ 539234 w 1177673"/>
                <a:gd name="csY67" fmla="*/ 316140 h 595420"/>
                <a:gd name="csX68" fmla="*/ 54606 w 1177673"/>
                <a:gd name="csY68" fmla="*/ 316140 h 595420"/>
                <a:gd name="csX69" fmla="*/ 53397 w 1177673"/>
                <a:gd name="csY69" fmla="*/ 316862 h 595420"/>
                <a:gd name="csX70" fmla="*/ 47370 w 1177673"/>
                <a:gd name="csY70" fmla="*/ 328127 h 595420"/>
                <a:gd name="csX71" fmla="*/ 39943 w 1177673"/>
                <a:gd name="csY71" fmla="*/ 352037 h 595420"/>
                <a:gd name="csX72" fmla="*/ 32803 w 1177673"/>
                <a:gd name="csY72" fmla="*/ 387224 h 595420"/>
                <a:gd name="csX73" fmla="*/ 26861 w 1177673"/>
                <a:gd name="csY73" fmla="*/ 430412 h 595420"/>
                <a:gd name="csX74" fmla="*/ 22342 w 1177673"/>
                <a:gd name="csY74" fmla="*/ 480242 h 595420"/>
                <a:gd name="csX75" fmla="*/ 19488 w 1177673"/>
                <a:gd name="csY75" fmla="*/ 535438 h 595420"/>
                <a:gd name="csX76" fmla="*/ 18480 w 1177673"/>
                <a:gd name="csY76" fmla="*/ 595407 h 595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1177673" h="595420">
                  <a:moveTo>
                    <a:pt x="-87" y="595099"/>
                  </a:moveTo>
                  <a:lnTo>
                    <a:pt x="921" y="535130"/>
                  </a:lnTo>
                  <a:lnTo>
                    <a:pt x="3807" y="479275"/>
                  </a:lnTo>
                  <a:lnTo>
                    <a:pt x="8369" y="428733"/>
                  </a:lnTo>
                  <a:lnTo>
                    <a:pt x="14416" y="384694"/>
                  </a:lnTo>
                  <a:lnTo>
                    <a:pt x="21737" y="348361"/>
                  </a:lnTo>
                  <a:lnTo>
                    <a:pt x="30150" y="320922"/>
                  </a:lnTo>
                  <a:lnTo>
                    <a:pt x="39445" y="303589"/>
                  </a:lnTo>
                  <a:lnTo>
                    <a:pt x="49428" y="297542"/>
                  </a:lnTo>
                  <a:lnTo>
                    <a:pt x="539234" y="297542"/>
                  </a:lnTo>
                  <a:lnTo>
                    <a:pt x="549218" y="291495"/>
                  </a:lnTo>
                  <a:lnTo>
                    <a:pt x="558512" y="274163"/>
                  </a:lnTo>
                  <a:lnTo>
                    <a:pt x="566925" y="246724"/>
                  </a:lnTo>
                  <a:lnTo>
                    <a:pt x="574246" y="210390"/>
                  </a:lnTo>
                  <a:lnTo>
                    <a:pt x="580294" y="166352"/>
                  </a:lnTo>
                  <a:lnTo>
                    <a:pt x="584856" y="115810"/>
                  </a:lnTo>
                  <a:lnTo>
                    <a:pt x="587742" y="59954"/>
                  </a:lnTo>
                  <a:lnTo>
                    <a:pt x="588750" y="-14"/>
                  </a:lnTo>
                  <a:lnTo>
                    <a:pt x="589757" y="59954"/>
                  </a:lnTo>
                  <a:lnTo>
                    <a:pt x="592643" y="115810"/>
                  </a:lnTo>
                  <a:lnTo>
                    <a:pt x="597205" y="166352"/>
                  </a:lnTo>
                  <a:lnTo>
                    <a:pt x="603253" y="210390"/>
                  </a:lnTo>
                  <a:lnTo>
                    <a:pt x="610574" y="246724"/>
                  </a:lnTo>
                  <a:lnTo>
                    <a:pt x="618987" y="274163"/>
                  </a:lnTo>
                  <a:lnTo>
                    <a:pt x="628281" y="291495"/>
                  </a:lnTo>
                  <a:lnTo>
                    <a:pt x="638265" y="297542"/>
                  </a:lnTo>
                  <a:lnTo>
                    <a:pt x="1128071" y="297542"/>
                  </a:lnTo>
                  <a:lnTo>
                    <a:pt x="1138054" y="303589"/>
                  </a:lnTo>
                  <a:lnTo>
                    <a:pt x="1147349" y="320922"/>
                  </a:lnTo>
                  <a:lnTo>
                    <a:pt x="1155762" y="348361"/>
                  </a:lnTo>
                  <a:lnTo>
                    <a:pt x="1163083" y="384694"/>
                  </a:lnTo>
                  <a:lnTo>
                    <a:pt x="1169130" y="428733"/>
                  </a:lnTo>
                  <a:lnTo>
                    <a:pt x="1173692" y="479275"/>
                  </a:lnTo>
                  <a:lnTo>
                    <a:pt x="1176579" y="535130"/>
                  </a:lnTo>
                  <a:lnTo>
                    <a:pt x="1177586" y="595099"/>
                  </a:lnTo>
                  <a:lnTo>
                    <a:pt x="1159019" y="595407"/>
                  </a:lnTo>
                  <a:lnTo>
                    <a:pt x="1158043" y="536087"/>
                  </a:lnTo>
                  <a:lnTo>
                    <a:pt x="1155200" y="480954"/>
                  </a:lnTo>
                  <a:lnTo>
                    <a:pt x="1150733" y="431262"/>
                  </a:lnTo>
                  <a:lnTo>
                    <a:pt x="1144887" y="388382"/>
                  </a:lnTo>
                  <a:lnTo>
                    <a:pt x="1138012" y="353823"/>
                  </a:lnTo>
                  <a:lnTo>
                    <a:pt x="1130129" y="328127"/>
                  </a:lnTo>
                  <a:lnTo>
                    <a:pt x="1124103" y="316862"/>
                  </a:lnTo>
                  <a:lnTo>
                    <a:pt x="1122893" y="316140"/>
                  </a:lnTo>
                  <a:lnTo>
                    <a:pt x="638265" y="316140"/>
                  </a:lnTo>
                  <a:cubicBezTo>
                    <a:pt x="634870" y="316140"/>
                    <a:pt x="631549" y="315215"/>
                    <a:pt x="628652" y="313451"/>
                  </a:cubicBezTo>
                  <a:lnTo>
                    <a:pt x="618669" y="307415"/>
                  </a:lnTo>
                  <a:cubicBezTo>
                    <a:pt x="615825" y="305682"/>
                    <a:pt x="613491" y="303228"/>
                    <a:pt x="611921" y="300295"/>
                  </a:cubicBezTo>
                  <a:lnTo>
                    <a:pt x="602627" y="282952"/>
                  </a:lnTo>
                  <a:cubicBezTo>
                    <a:pt x="602065" y="281889"/>
                    <a:pt x="601598" y="280773"/>
                    <a:pt x="601237" y="279614"/>
                  </a:cubicBezTo>
                  <a:lnTo>
                    <a:pt x="592378" y="250411"/>
                  </a:lnTo>
                  <a:lnTo>
                    <a:pt x="584856" y="212919"/>
                  </a:lnTo>
                  <a:lnTo>
                    <a:pt x="578713" y="168031"/>
                  </a:lnTo>
                  <a:lnTo>
                    <a:pt x="574098" y="116766"/>
                  </a:lnTo>
                  <a:lnTo>
                    <a:pt x="571190" y="60262"/>
                  </a:lnTo>
                  <a:lnTo>
                    <a:pt x="570183" y="294"/>
                  </a:lnTo>
                  <a:lnTo>
                    <a:pt x="607316" y="294"/>
                  </a:lnTo>
                  <a:lnTo>
                    <a:pt x="606288" y="60911"/>
                  </a:lnTo>
                  <a:lnTo>
                    <a:pt x="603348" y="117489"/>
                  </a:lnTo>
                  <a:lnTo>
                    <a:pt x="598691" y="168881"/>
                  </a:lnTo>
                  <a:lnTo>
                    <a:pt x="592452" y="214067"/>
                  </a:lnTo>
                  <a:lnTo>
                    <a:pt x="584665" y="252186"/>
                  </a:lnTo>
                  <a:lnTo>
                    <a:pt x="576262" y="279614"/>
                  </a:lnTo>
                  <a:cubicBezTo>
                    <a:pt x="575901" y="280773"/>
                    <a:pt x="575434" y="281889"/>
                    <a:pt x="574872" y="282952"/>
                  </a:cubicBezTo>
                  <a:lnTo>
                    <a:pt x="565578" y="300295"/>
                  </a:lnTo>
                  <a:cubicBezTo>
                    <a:pt x="564008" y="303228"/>
                    <a:pt x="561674" y="305682"/>
                    <a:pt x="558830" y="307415"/>
                  </a:cubicBezTo>
                  <a:lnTo>
                    <a:pt x="548847" y="313451"/>
                  </a:lnTo>
                  <a:cubicBezTo>
                    <a:pt x="545950" y="315215"/>
                    <a:pt x="542629" y="316140"/>
                    <a:pt x="539234" y="316140"/>
                  </a:cubicBezTo>
                  <a:lnTo>
                    <a:pt x="54606" y="316140"/>
                  </a:lnTo>
                  <a:lnTo>
                    <a:pt x="53397" y="316862"/>
                  </a:lnTo>
                  <a:lnTo>
                    <a:pt x="47370" y="328127"/>
                  </a:lnTo>
                  <a:lnTo>
                    <a:pt x="39943" y="352037"/>
                  </a:lnTo>
                  <a:lnTo>
                    <a:pt x="32803" y="387224"/>
                  </a:lnTo>
                  <a:lnTo>
                    <a:pt x="26861" y="430412"/>
                  </a:lnTo>
                  <a:lnTo>
                    <a:pt x="22342" y="480242"/>
                  </a:lnTo>
                  <a:lnTo>
                    <a:pt x="19488" y="535438"/>
                  </a:lnTo>
                  <a:lnTo>
                    <a:pt x="18480" y="595407"/>
                  </a:lnTo>
                  <a:close/>
                </a:path>
              </a:pathLst>
            </a:custGeom>
            <a:solidFill>
              <a:srgbClr val="000000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88F40B5-A6BB-E30B-F6F8-5C78D4CC7BFC}"/>
                </a:ext>
              </a:extLst>
            </p:cNvPr>
            <p:cNvSpPr txBox="1"/>
            <p:nvPr/>
          </p:nvSpPr>
          <p:spPr>
            <a:xfrm>
              <a:off x="2314145" y="1220279"/>
              <a:ext cx="1521571" cy="27699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wild-collected seed</a:t>
              </a:r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9ADFAE3F-C55E-A7B1-C07E-8F9FA60796CE}"/>
                </a:ext>
              </a:extLst>
            </p:cNvPr>
            <p:cNvSpPr/>
            <p:nvPr/>
          </p:nvSpPr>
          <p:spPr>
            <a:xfrm>
              <a:off x="5460632" y="1628340"/>
              <a:ext cx="2238639" cy="606047"/>
            </a:xfrm>
            <a:custGeom>
              <a:avLst/>
              <a:gdLst>
                <a:gd name="csX0" fmla="*/ -87 w 2238639"/>
                <a:gd name="csY0" fmla="*/ 605726 h 606047"/>
                <a:gd name="csX1" fmla="*/ 932 w 2238639"/>
                <a:gd name="csY1" fmla="*/ 544684 h 606047"/>
                <a:gd name="csX2" fmla="*/ 3870 w 2238639"/>
                <a:gd name="csY2" fmla="*/ 487840 h 606047"/>
                <a:gd name="csX3" fmla="*/ 8517 w 2238639"/>
                <a:gd name="csY3" fmla="*/ 436384 h 606047"/>
                <a:gd name="csX4" fmla="*/ 14671 w 2238639"/>
                <a:gd name="csY4" fmla="*/ 391559 h 606047"/>
                <a:gd name="csX5" fmla="*/ 22130 w 2238639"/>
                <a:gd name="csY5" fmla="*/ 354577 h 606047"/>
                <a:gd name="csX6" fmla="*/ 30692 w 2238639"/>
                <a:gd name="csY6" fmla="*/ 326660 h 606047"/>
                <a:gd name="csX7" fmla="*/ 40155 w 2238639"/>
                <a:gd name="csY7" fmla="*/ 309009 h 606047"/>
                <a:gd name="csX8" fmla="*/ 50309 w 2238639"/>
                <a:gd name="csY8" fmla="*/ 302856 h 606047"/>
                <a:gd name="csX9" fmla="*/ 1068837 w 2238639"/>
                <a:gd name="csY9" fmla="*/ 302856 h 606047"/>
                <a:gd name="csX10" fmla="*/ 1078990 w 2238639"/>
                <a:gd name="csY10" fmla="*/ 296703 h 606047"/>
                <a:gd name="csX11" fmla="*/ 1088454 w 2238639"/>
                <a:gd name="csY11" fmla="*/ 279051 h 606047"/>
                <a:gd name="csX12" fmla="*/ 1097016 w 2238639"/>
                <a:gd name="csY12" fmla="*/ 251134 h 606047"/>
                <a:gd name="csX13" fmla="*/ 1104475 w 2238639"/>
                <a:gd name="csY13" fmla="*/ 214152 h 606047"/>
                <a:gd name="csX14" fmla="*/ 1110628 w 2238639"/>
                <a:gd name="csY14" fmla="*/ 169327 h 606047"/>
                <a:gd name="csX15" fmla="*/ 1115276 w 2238639"/>
                <a:gd name="csY15" fmla="*/ 117871 h 606047"/>
                <a:gd name="csX16" fmla="*/ 1118214 w 2238639"/>
                <a:gd name="csY16" fmla="*/ 61028 h 606047"/>
                <a:gd name="csX17" fmla="*/ 1119233 w 2238639"/>
                <a:gd name="csY17" fmla="*/ -14 h 606047"/>
                <a:gd name="csX18" fmla="*/ 1120252 w 2238639"/>
                <a:gd name="csY18" fmla="*/ 61028 h 606047"/>
                <a:gd name="csX19" fmla="*/ 1123190 w 2238639"/>
                <a:gd name="csY19" fmla="*/ 117871 h 606047"/>
                <a:gd name="csX20" fmla="*/ 1127837 w 2238639"/>
                <a:gd name="csY20" fmla="*/ 169327 h 606047"/>
                <a:gd name="csX21" fmla="*/ 1133991 w 2238639"/>
                <a:gd name="csY21" fmla="*/ 214152 h 606047"/>
                <a:gd name="csX22" fmla="*/ 1141450 w 2238639"/>
                <a:gd name="csY22" fmla="*/ 251134 h 606047"/>
                <a:gd name="csX23" fmla="*/ 1150012 w 2238639"/>
                <a:gd name="csY23" fmla="*/ 279051 h 606047"/>
                <a:gd name="csX24" fmla="*/ 1159475 w 2238639"/>
                <a:gd name="csY24" fmla="*/ 296703 h 606047"/>
                <a:gd name="csX25" fmla="*/ 1169629 w 2238639"/>
                <a:gd name="csY25" fmla="*/ 302856 h 606047"/>
                <a:gd name="csX26" fmla="*/ 2188157 w 2238639"/>
                <a:gd name="csY26" fmla="*/ 302856 h 606047"/>
                <a:gd name="csX27" fmla="*/ 2198310 w 2238639"/>
                <a:gd name="csY27" fmla="*/ 309009 h 606047"/>
                <a:gd name="csX28" fmla="*/ 2207774 w 2238639"/>
                <a:gd name="csY28" fmla="*/ 326660 h 606047"/>
                <a:gd name="csX29" fmla="*/ 2216336 w 2238639"/>
                <a:gd name="csY29" fmla="*/ 354577 h 606047"/>
                <a:gd name="csX30" fmla="*/ 2223795 w 2238639"/>
                <a:gd name="csY30" fmla="*/ 391559 h 606047"/>
                <a:gd name="csX31" fmla="*/ 2229949 w 2238639"/>
                <a:gd name="csY31" fmla="*/ 436384 h 606047"/>
                <a:gd name="csX32" fmla="*/ 2234596 w 2238639"/>
                <a:gd name="csY32" fmla="*/ 487840 h 606047"/>
                <a:gd name="csX33" fmla="*/ 2237534 w 2238639"/>
                <a:gd name="csY33" fmla="*/ 544684 h 606047"/>
                <a:gd name="csX34" fmla="*/ 2238553 w 2238639"/>
                <a:gd name="csY34" fmla="*/ 605726 h 606047"/>
                <a:gd name="csX35" fmla="*/ 2219986 w 2238639"/>
                <a:gd name="csY35" fmla="*/ 606034 h 606047"/>
                <a:gd name="csX36" fmla="*/ 2218989 w 2238639"/>
                <a:gd name="csY36" fmla="*/ 545651 h 606047"/>
                <a:gd name="csX37" fmla="*/ 2216103 w 2238639"/>
                <a:gd name="csY37" fmla="*/ 489508 h 606047"/>
                <a:gd name="csX38" fmla="*/ 2211551 w 2238639"/>
                <a:gd name="csY38" fmla="*/ 438924 h 606047"/>
                <a:gd name="csX39" fmla="*/ 2205589 w 2238639"/>
                <a:gd name="csY39" fmla="*/ 395247 h 606047"/>
                <a:gd name="csX40" fmla="*/ 2198586 w 2238639"/>
                <a:gd name="csY40" fmla="*/ 360040 h 606047"/>
                <a:gd name="csX41" fmla="*/ 2190555 w 2238639"/>
                <a:gd name="csY41" fmla="*/ 333855 h 606047"/>
                <a:gd name="csX42" fmla="*/ 2184359 w 2238639"/>
                <a:gd name="csY42" fmla="*/ 322293 h 606047"/>
                <a:gd name="csX43" fmla="*/ 2182980 w 2238639"/>
                <a:gd name="csY43" fmla="*/ 321453 h 606047"/>
                <a:gd name="csX44" fmla="*/ 1169629 w 2238639"/>
                <a:gd name="csY44" fmla="*/ 321453 h 606047"/>
                <a:gd name="csX45" fmla="*/ 1160016 w 2238639"/>
                <a:gd name="csY45" fmla="*/ 318764 h 606047"/>
                <a:gd name="csX46" fmla="*/ 1149863 w 2238639"/>
                <a:gd name="csY46" fmla="*/ 312611 h 606047"/>
                <a:gd name="csX47" fmla="*/ 1143115 w 2238639"/>
                <a:gd name="csY47" fmla="*/ 305502 h 606047"/>
                <a:gd name="csX48" fmla="*/ 1133652 w 2238639"/>
                <a:gd name="csY48" fmla="*/ 287850 h 606047"/>
                <a:gd name="csX49" fmla="*/ 1132262 w 2238639"/>
                <a:gd name="csY49" fmla="*/ 284514 h 606047"/>
                <a:gd name="csX50" fmla="*/ 1123254 w 2238639"/>
                <a:gd name="csY50" fmla="*/ 254811 h 606047"/>
                <a:gd name="csX51" fmla="*/ 1115604 w 2238639"/>
                <a:gd name="csY51" fmla="*/ 216681 h 606047"/>
                <a:gd name="csX52" fmla="*/ 1109345 w 2238639"/>
                <a:gd name="csY52" fmla="*/ 170996 h 606047"/>
                <a:gd name="csX53" fmla="*/ 1104655 w 2238639"/>
                <a:gd name="csY53" fmla="*/ 118838 h 606047"/>
                <a:gd name="csX54" fmla="*/ 1101695 w 2238639"/>
                <a:gd name="csY54" fmla="*/ 61336 h 606047"/>
                <a:gd name="csX55" fmla="*/ 1100666 w 2238639"/>
                <a:gd name="csY55" fmla="*/ 294 h 606047"/>
                <a:gd name="csX56" fmla="*/ 1137800 w 2238639"/>
                <a:gd name="csY56" fmla="*/ 294 h 606047"/>
                <a:gd name="csX57" fmla="*/ 1136750 w 2238639"/>
                <a:gd name="csY57" fmla="*/ 61984 h 606047"/>
                <a:gd name="csX58" fmla="*/ 1133768 w 2238639"/>
                <a:gd name="csY58" fmla="*/ 119550 h 606047"/>
                <a:gd name="csX59" fmla="*/ 1129015 w 2238639"/>
                <a:gd name="csY59" fmla="*/ 171857 h 606047"/>
                <a:gd name="csX60" fmla="*/ 1122671 w 2238639"/>
                <a:gd name="csY60" fmla="*/ 217829 h 606047"/>
                <a:gd name="csX61" fmla="*/ 1114766 w 2238639"/>
                <a:gd name="csY61" fmla="*/ 256586 h 606047"/>
                <a:gd name="csX62" fmla="*/ 1106204 w 2238639"/>
                <a:gd name="csY62" fmla="*/ 284514 h 606047"/>
                <a:gd name="csX63" fmla="*/ 1104814 w 2238639"/>
                <a:gd name="csY63" fmla="*/ 287850 h 606047"/>
                <a:gd name="csX64" fmla="*/ 1095351 w 2238639"/>
                <a:gd name="csY64" fmla="*/ 305502 h 606047"/>
                <a:gd name="csX65" fmla="*/ 1088603 w 2238639"/>
                <a:gd name="csY65" fmla="*/ 312611 h 606047"/>
                <a:gd name="csX66" fmla="*/ 1078449 w 2238639"/>
                <a:gd name="csY66" fmla="*/ 318764 h 606047"/>
                <a:gd name="csX67" fmla="*/ 1068837 w 2238639"/>
                <a:gd name="csY67" fmla="*/ 321453 h 606047"/>
                <a:gd name="csX68" fmla="*/ 55487 w 2238639"/>
                <a:gd name="csY68" fmla="*/ 321453 h 606047"/>
                <a:gd name="csX69" fmla="*/ 54107 w 2238639"/>
                <a:gd name="csY69" fmla="*/ 322293 h 606047"/>
                <a:gd name="csX70" fmla="*/ 47911 w 2238639"/>
                <a:gd name="csY70" fmla="*/ 333855 h 606047"/>
                <a:gd name="csX71" fmla="*/ 40325 w 2238639"/>
                <a:gd name="csY71" fmla="*/ 358265 h 606047"/>
                <a:gd name="csX72" fmla="*/ 33068 w 2238639"/>
                <a:gd name="csY72" fmla="*/ 394099 h 606047"/>
                <a:gd name="csX73" fmla="*/ 27010 w 2238639"/>
                <a:gd name="csY73" fmla="*/ 438063 h 606047"/>
                <a:gd name="csX74" fmla="*/ 22416 w 2238639"/>
                <a:gd name="csY74" fmla="*/ 488796 h 606047"/>
                <a:gd name="csX75" fmla="*/ 19499 w 2238639"/>
                <a:gd name="csY75" fmla="*/ 545003 h 606047"/>
                <a:gd name="csX76" fmla="*/ 18480 w 2238639"/>
                <a:gd name="csY76" fmla="*/ 606034 h 606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</a:cxnLst>
              <a:rect l="l" t="t" r="r" b="b"/>
              <a:pathLst>
                <a:path w="2238639" h="606047">
                  <a:moveTo>
                    <a:pt x="-87" y="605726"/>
                  </a:moveTo>
                  <a:lnTo>
                    <a:pt x="932" y="544684"/>
                  </a:lnTo>
                  <a:lnTo>
                    <a:pt x="3870" y="487840"/>
                  </a:lnTo>
                  <a:lnTo>
                    <a:pt x="8517" y="436384"/>
                  </a:lnTo>
                  <a:lnTo>
                    <a:pt x="14671" y="391559"/>
                  </a:lnTo>
                  <a:lnTo>
                    <a:pt x="22130" y="354577"/>
                  </a:lnTo>
                  <a:lnTo>
                    <a:pt x="30692" y="326660"/>
                  </a:lnTo>
                  <a:lnTo>
                    <a:pt x="40155" y="309009"/>
                  </a:lnTo>
                  <a:lnTo>
                    <a:pt x="50309" y="302856"/>
                  </a:lnTo>
                  <a:lnTo>
                    <a:pt x="1068837" y="302856"/>
                  </a:lnTo>
                  <a:lnTo>
                    <a:pt x="1078990" y="296703"/>
                  </a:lnTo>
                  <a:lnTo>
                    <a:pt x="1088454" y="279051"/>
                  </a:lnTo>
                  <a:lnTo>
                    <a:pt x="1097016" y="251134"/>
                  </a:lnTo>
                  <a:lnTo>
                    <a:pt x="1104475" y="214152"/>
                  </a:lnTo>
                  <a:lnTo>
                    <a:pt x="1110628" y="169327"/>
                  </a:lnTo>
                  <a:lnTo>
                    <a:pt x="1115276" y="117871"/>
                  </a:lnTo>
                  <a:lnTo>
                    <a:pt x="1118214" y="61028"/>
                  </a:lnTo>
                  <a:lnTo>
                    <a:pt x="1119233" y="-14"/>
                  </a:lnTo>
                  <a:lnTo>
                    <a:pt x="1120252" y="61028"/>
                  </a:lnTo>
                  <a:lnTo>
                    <a:pt x="1123190" y="117871"/>
                  </a:lnTo>
                  <a:lnTo>
                    <a:pt x="1127837" y="169327"/>
                  </a:lnTo>
                  <a:lnTo>
                    <a:pt x="1133991" y="214152"/>
                  </a:lnTo>
                  <a:lnTo>
                    <a:pt x="1141450" y="251134"/>
                  </a:lnTo>
                  <a:lnTo>
                    <a:pt x="1150012" y="279051"/>
                  </a:lnTo>
                  <a:lnTo>
                    <a:pt x="1159475" y="296703"/>
                  </a:lnTo>
                  <a:lnTo>
                    <a:pt x="1169629" y="302856"/>
                  </a:lnTo>
                  <a:lnTo>
                    <a:pt x="2188157" y="302856"/>
                  </a:lnTo>
                  <a:lnTo>
                    <a:pt x="2198310" y="309009"/>
                  </a:lnTo>
                  <a:lnTo>
                    <a:pt x="2207774" y="326660"/>
                  </a:lnTo>
                  <a:lnTo>
                    <a:pt x="2216336" y="354577"/>
                  </a:lnTo>
                  <a:lnTo>
                    <a:pt x="2223795" y="391559"/>
                  </a:lnTo>
                  <a:lnTo>
                    <a:pt x="2229949" y="436384"/>
                  </a:lnTo>
                  <a:lnTo>
                    <a:pt x="2234596" y="487840"/>
                  </a:lnTo>
                  <a:lnTo>
                    <a:pt x="2237534" y="544684"/>
                  </a:lnTo>
                  <a:lnTo>
                    <a:pt x="2238553" y="605726"/>
                  </a:lnTo>
                  <a:lnTo>
                    <a:pt x="2219986" y="606034"/>
                  </a:lnTo>
                  <a:lnTo>
                    <a:pt x="2218989" y="545651"/>
                  </a:lnTo>
                  <a:lnTo>
                    <a:pt x="2216103" y="489508"/>
                  </a:lnTo>
                  <a:lnTo>
                    <a:pt x="2211551" y="438924"/>
                  </a:lnTo>
                  <a:lnTo>
                    <a:pt x="2205589" y="395247"/>
                  </a:lnTo>
                  <a:lnTo>
                    <a:pt x="2198586" y="360040"/>
                  </a:lnTo>
                  <a:lnTo>
                    <a:pt x="2190555" y="333855"/>
                  </a:lnTo>
                  <a:lnTo>
                    <a:pt x="2184359" y="322293"/>
                  </a:lnTo>
                  <a:lnTo>
                    <a:pt x="2182980" y="321453"/>
                  </a:lnTo>
                  <a:lnTo>
                    <a:pt x="1169629" y="321453"/>
                  </a:lnTo>
                  <a:cubicBezTo>
                    <a:pt x="1166244" y="321453"/>
                    <a:pt x="1162913" y="320528"/>
                    <a:pt x="1160016" y="318764"/>
                  </a:cubicBezTo>
                  <a:lnTo>
                    <a:pt x="1149863" y="312611"/>
                  </a:lnTo>
                  <a:cubicBezTo>
                    <a:pt x="1147020" y="310890"/>
                    <a:pt x="1144685" y="308435"/>
                    <a:pt x="1143115" y="305502"/>
                  </a:cubicBezTo>
                  <a:lnTo>
                    <a:pt x="1133652" y="287850"/>
                  </a:lnTo>
                  <a:cubicBezTo>
                    <a:pt x="1133078" y="286788"/>
                    <a:pt x="1132612" y="285672"/>
                    <a:pt x="1132262" y="284514"/>
                  </a:cubicBezTo>
                  <a:lnTo>
                    <a:pt x="1123254" y="254811"/>
                  </a:lnTo>
                  <a:lnTo>
                    <a:pt x="1115604" y="216681"/>
                  </a:lnTo>
                  <a:lnTo>
                    <a:pt x="1109345" y="170996"/>
                  </a:lnTo>
                  <a:lnTo>
                    <a:pt x="1104655" y="118838"/>
                  </a:lnTo>
                  <a:lnTo>
                    <a:pt x="1101695" y="61336"/>
                  </a:lnTo>
                  <a:lnTo>
                    <a:pt x="1100666" y="294"/>
                  </a:lnTo>
                  <a:lnTo>
                    <a:pt x="1137800" y="294"/>
                  </a:lnTo>
                  <a:lnTo>
                    <a:pt x="1136750" y="61984"/>
                  </a:lnTo>
                  <a:lnTo>
                    <a:pt x="1133768" y="119550"/>
                  </a:lnTo>
                  <a:lnTo>
                    <a:pt x="1129015" y="171857"/>
                  </a:lnTo>
                  <a:lnTo>
                    <a:pt x="1122671" y="217829"/>
                  </a:lnTo>
                  <a:lnTo>
                    <a:pt x="1114766" y="256586"/>
                  </a:lnTo>
                  <a:lnTo>
                    <a:pt x="1106204" y="284514"/>
                  </a:lnTo>
                  <a:cubicBezTo>
                    <a:pt x="1105854" y="285672"/>
                    <a:pt x="1105387" y="286788"/>
                    <a:pt x="1104814" y="287850"/>
                  </a:cubicBezTo>
                  <a:lnTo>
                    <a:pt x="1095351" y="305502"/>
                  </a:lnTo>
                  <a:cubicBezTo>
                    <a:pt x="1093781" y="308435"/>
                    <a:pt x="1091446" y="310890"/>
                    <a:pt x="1088603" y="312611"/>
                  </a:cubicBezTo>
                  <a:lnTo>
                    <a:pt x="1078449" y="318764"/>
                  </a:lnTo>
                  <a:cubicBezTo>
                    <a:pt x="1075553" y="320528"/>
                    <a:pt x="1072222" y="321453"/>
                    <a:pt x="1068837" y="321453"/>
                  </a:cubicBezTo>
                  <a:lnTo>
                    <a:pt x="55487" y="321453"/>
                  </a:lnTo>
                  <a:lnTo>
                    <a:pt x="54107" y="322293"/>
                  </a:lnTo>
                  <a:lnTo>
                    <a:pt x="47911" y="333855"/>
                  </a:lnTo>
                  <a:lnTo>
                    <a:pt x="40325" y="358265"/>
                  </a:lnTo>
                  <a:lnTo>
                    <a:pt x="33068" y="394099"/>
                  </a:lnTo>
                  <a:lnTo>
                    <a:pt x="27010" y="438063"/>
                  </a:lnTo>
                  <a:lnTo>
                    <a:pt x="22416" y="488796"/>
                  </a:lnTo>
                  <a:lnTo>
                    <a:pt x="19499" y="545003"/>
                  </a:lnTo>
                  <a:lnTo>
                    <a:pt x="18480" y="606034"/>
                  </a:lnTo>
                  <a:close/>
                </a:path>
              </a:pathLst>
            </a:custGeom>
            <a:solidFill>
              <a:srgbClr val="000000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EF5496E-70F3-7065-A5E7-51FCC40DDB53}"/>
                </a:ext>
              </a:extLst>
            </p:cNvPr>
            <p:cNvSpPr/>
            <p:nvPr/>
          </p:nvSpPr>
          <p:spPr>
            <a:xfrm>
              <a:off x="5096445" y="1130179"/>
              <a:ext cx="2938877" cy="457200"/>
            </a:xfrm>
            <a:custGeom>
              <a:avLst/>
              <a:gdLst>
                <a:gd name="csX0" fmla="*/ -87 w 2938877"/>
                <a:gd name="csY0" fmla="*/ 340050 h 680128"/>
                <a:gd name="csX1" fmla="*/ 1469352 w 2938877"/>
                <a:gd name="csY1" fmla="*/ -14 h 680128"/>
                <a:gd name="csX2" fmla="*/ 2938791 w 2938877"/>
                <a:gd name="csY2" fmla="*/ 340050 h 680128"/>
                <a:gd name="csX3" fmla="*/ 1469352 w 2938877"/>
                <a:gd name="csY3" fmla="*/ 680115 h 680128"/>
                <a:gd name="csX4" fmla="*/ -87 w 2938877"/>
                <a:gd name="csY4" fmla="*/ 340050 h 6801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938877" h="680128">
                  <a:moveTo>
                    <a:pt x="-87" y="340050"/>
                  </a:moveTo>
                  <a:cubicBezTo>
                    <a:pt x="-87" y="152238"/>
                    <a:pt x="657808" y="-14"/>
                    <a:pt x="1469352" y="-14"/>
                  </a:cubicBezTo>
                  <a:cubicBezTo>
                    <a:pt x="2280896" y="-14"/>
                    <a:pt x="2938791" y="152238"/>
                    <a:pt x="2938791" y="340050"/>
                  </a:cubicBezTo>
                  <a:cubicBezTo>
                    <a:pt x="2938791" y="527863"/>
                    <a:pt x="2280896" y="680115"/>
                    <a:pt x="1469352" y="680115"/>
                  </a:cubicBezTo>
                  <a:cubicBezTo>
                    <a:pt x="657808" y="680115"/>
                    <a:pt x="-87" y="527863"/>
                    <a:pt x="-87" y="340050"/>
                  </a:cubicBezTo>
                  <a:close/>
                </a:path>
              </a:pathLst>
            </a:custGeom>
            <a:solidFill>
              <a:srgbClr val="FFFFFF"/>
            </a:solidFill>
            <a:ln w="10607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4FF40AA-1A15-DCB3-9334-F6FAB50E09FD}"/>
                </a:ext>
              </a:extLst>
            </p:cNvPr>
            <p:cNvSpPr txBox="1"/>
            <p:nvPr/>
          </p:nvSpPr>
          <p:spPr>
            <a:xfrm>
              <a:off x="5806289" y="1214844"/>
              <a:ext cx="1564851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100" b="1" i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Plantago patagonica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200DCE8-FE88-007E-F796-E21E055ED4A6}"/>
                </a:ext>
              </a:extLst>
            </p:cNvPr>
            <p:cNvSpPr txBox="1"/>
            <p:nvPr/>
          </p:nvSpPr>
          <p:spPr>
            <a:xfrm>
              <a:off x="6897831" y="3112062"/>
              <a:ext cx="452368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high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F46B179-B244-17A0-8C52-D07BB8AB063C}"/>
                </a:ext>
              </a:extLst>
            </p:cNvPr>
            <p:cNvSpPr txBox="1"/>
            <p:nvPr/>
          </p:nvSpPr>
          <p:spPr>
            <a:xfrm>
              <a:off x="8075002" y="3112062"/>
              <a:ext cx="397866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1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low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F852E42-C81C-0228-B3B8-72D96E57BF57}"/>
                </a:ext>
              </a:extLst>
            </p:cNvPr>
            <p:cNvSpPr txBox="1"/>
            <p:nvPr/>
          </p:nvSpPr>
          <p:spPr>
            <a:xfrm>
              <a:off x="2010361" y="1902211"/>
              <a:ext cx="2137124" cy="64633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F1</a:t>
              </a:r>
            </a:p>
            <a:p>
              <a:pPr algn="ctr"/>
              <a:r>
                <a:rPr lang="en-US" sz="12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common garden experiment </a:t>
              </a:r>
            </a:p>
            <a:p>
              <a:pPr algn="ctr"/>
              <a:r>
                <a:rPr lang="en-US" sz="12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(Klein &amp; Mitchell 2024)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05E2FD5-1A38-4333-E012-8B3C18D3993E}"/>
                </a:ext>
              </a:extLst>
            </p:cNvPr>
            <p:cNvSpPr txBox="1"/>
            <p:nvPr/>
          </p:nvSpPr>
          <p:spPr>
            <a:xfrm>
              <a:off x="2177890" y="2866721"/>
              <a:ext cx="179408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200" b="1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F2</a:t>
              </a:r>
            </a:p>
            <a:p>
              <a:pPr algn="ctr"/>
              <a:r>
                <a:rPr lang="en-US" sz="120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greenhouse experiment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6E6D452-7163-23B5-4775-02612121CD6C}"/>
                </a:ext>
              </a:extLst>
            </p:cNvPr>
            <p:cNvSpPr txBox="1"/>
            <p:nvPr/>
          </p:nvSpPr>
          <p:spPr>
            <a:xfrm>
              <a:off x="1760742" y="984026"/>
              <a:ext cx="3251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Helvetica" pitchFamily="2" charset="0"/>
                </a:rPr>
                <a:t>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654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2F68895C-16C6-88B7-7D6B-769BFBBFC1D2}"/>
              </a:ext>
            </a:extLst>
          </p:cNvPr>
          <p:cNvGrpSpPr/>
          <p:nvPr/>
        </p:nvGrpSpPr>
        <p:grpSpPr>
          <a:xfrm>
            <a:off x="2812308" y="2606243"/>
            <a:ext cx="6599212" cy="4791903"/>
            <a:chOff x="2812308" y="1006042"/>
            <a:chExt cx="6599212" cy="4791903"/>
          </a:xfrm>
        </p:grpSpPr>
        <p:grpSp>
          <p:nvGrpSpPr>
            <p:cNvPr id="3" name="Graphic 1">
              <a:extLst>
                <a:ext uri="{FF2B5EF4-FFF2-40B4-BE49-F238E27FC236}">
                  <a16:creationId xmlns:a16="http://schemas.microsoft.com/office/drawing/2014/main" id="{2DC731F0-428A-D120-5751-4B68EE30C778}"/>
                </a:ext>
              </a:extLst>
            </p:cNvPr>
            <p:cNvGrpSpPr/>
            <p:nvPr/>
          </p:nvGrpSpPr>
          <p:grpSpPr>
            <a:xfrm>
              <a:off x="2812308" y="1006042"/>
              <a:ext cx="6599212" cy="4791903"/>
              <a:chOff x="2812308" y="1006042"/>
              <a:chExt cx="6599212" cy="4791903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9A173721-4089-FCBE-1ECB-1989F804B0D8}"/>
                  </a:ext>
                </a:extLst>
              </p:cNvPr>
              <p:cNvSpPr/>
              <p:nvPr/>
            </p:nvSpPr>
            <p:spPr>
              <a:xfrm>
                <a:off x="2812308" y="1006042"/>
                <a:ext cx="6599212" cy="988311"/>
              </a:xfrm>
              <a:custGeom>
                <a:avLst/>
                <a:gdLst>
                  <a:gd name="csX0" fmla="*/ -87 w 6599212"/>
                  <a:gd name="csY0" fmla="*/ 164710 h 988311"/>
                  <a:gd name="csX1" fmla="*/ 164363 w 6599212"/>
                  <a:gd name="csY1" fmla="*/ -14 h 988311"/>
                  <a:gd name="csX2" fmla="*/ 6434676 w 6599212"/>
                  <a:gd name="csY2" fmla="*/ -14 h 988311"/>
                  <a:gd name="csX3" fmla="*/ 6599126 w 6599212"/>
                  <a:gd name="csY3" fmla="*/ 164710 h 988311"/>
                  <a:gd name="csX4" fmla="*/ 6599126 w 6599212"/>
                  <a:gd name="csY4" fmla="*/ 823574 h 988311"/>
                  <a:gd name="csX5" fmla="*/ 6434676 w 6599212"/>
                  <a:gd name="csY5" fmla="*/ 988298 h 988311"/>
                  <a:gd name="csX6" fmla="*/ 164363 w 6599212"/>
                  <a:gd name="csY6" fmla="*/ 988298 h 988311"/>
                  <a:gd name="csX7" fmla="*/ -87 w 6599212"/>
                  <a:gd name="csY7" fmla="*/ 823574 h 9883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599212" h="988311">
                    <a:moveTo>
                      <a:pt x="-87" y="164710"/>
                    </a:moveTo>
                    <a:cubicBezTo>
                      <a:pt x="-87" y="73735"/>
                      <a:pt x="73541" y="-14"/>
                      <a:pt x="164363" y="-14"/>
                    </a:cubicBezTo>
                    <a:lnTo>
                      <a:pt x="6434676" y="-14"/>
                    </a:lnTo>
                    <a:cubicBezTo>
                      <a:pt x="6525495" y="-14"/>
                      <a:pt x="6599126" y="73735"/>
                      <a:pt x="6599126" y="164710"/>
                    </a:cubicBezTo>
                    <a:lnTo>
                      <a:pt x="6599126" y="823574"/>
                    </a:lnTo>
                    <a:cubicBezTo>
                      <a:pt x="6599126" y="914546"/>
                      <a:pt x="6525495" y="988298"/>
                      <a:pt x="6434676" y="988298"/>
                    </a:cubicBezTo>
                    <a:lnTo>
                      <a:pt x="164363" y="988298"/>
                    </a:lnTo>
                    <a:cubicBezTo>
                      <a:pt x="73541" y="988298"/>
                      <a:pt x="-87" y="914546"/>
                      <a:pt x="-87" y="823574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4D8179BC-3B71-CEAD-90F5-AE5501F96C2D}"/>
                  </a:ext>
                </a:extLst>
              </p:cNvPr>
              <p:cNvSpPr/>
              <p:nvPr/>
            </p:nvSpPr>
            <p:spPr>
              <a:xfrm>
                <a:off x="2812308" y="2440688"/>
                <a:ext cx="6599212" cy="988311"/>
              </a:xfrm>
              <a:custGeom>
                <a:avLst/>
                <a:gdLst>
                  <a:gd name="csX0" fmla="*/ -87 w 6599212"/>
                  <a:gd name="csY0" fmla="*/ 164705 h 988311"/>
                  <a:gd name="csX1" fmla="*/ 164363 w 6599212"/>
                  <a:gd name="csY1" fmla="*/ -14 h 988311"/>
                  <a:gd name="csX2" fmla="*/ 6434676 w 6599212"/>
                  <a:gd name="csY2" fmla="*/ -14 h 988311"/>
                  <a:gd name="csX3" fmla="*/ 6599126 w 6599212"/>
                  <a:gd name="csY3" fmla="*/ 164705 h 988311"/>
                  <a:gd name="csX4" fmla="*/ 6599126 w 6599212"/>
                  <a:gd name="csY4" fmla="*/ 823579 h 988311"/>
                  <a:gd name="csX5" fmla="*/ 6434676 w 6599212"/>
                  <a:gd name="csY5" fmla="*/ 988298 h 988311"/>
                  <a:gd name="csX6" fmla="*/ 164363 w 6599212"/>
                  <a:gd name="csY6" fmla="*/ 988298 h 988311"/>
                  <a:gd name="csX7" fmla="*/ -87 w 6599212"/>
                  <a:gd name="csY7" fmla="*/ 823579 h 9883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599212" h="988311">
                    <a:moveTo>
                      <a:pt x="-87" y="164705"/>
                    </a:moveTo>
                    <a:cubicBezTo>
                      <a:pt x="-87" y="73737"/>
                      <a:pt x="73541" y="-14"/>
                      <a:pt x="164363" y="-14"/>
                    </a:cubicBezTo>
                    <a:lnTo>
                      <a:pt x="6434676" y="-14"/>
                    </a:lnTo>
                    <a:cubicBezTo>
                      <a:pt x="6525495" y="-14"/>
                      <a:pt x="6599126" y="73737"/>
                      <a:pt x="6599126" y="164705"/>
                    </a:cubicBezTo>
                    <a:lnTo>
                      <a:pt x="6599126" y="823579"/>
                    </a:lnTo>
                    <a:cubicBezTo>
                      <a:pt x="6599126" y="914546"/>
                      <a:pt x="6525495" y="988298"/>
                      <a:pt x="6434676" y="988298"/>
                    </a:cubicBezTo>
                    <a:lnTo>
                      <a:pt x="164363" y="988298"/>
                    </a:lnTo>
                    <a:cubicBezTo>
                      <a:pt x="73541" y="988298"/>
                      <a:pt x="-87" y="914546"/>
                      <a:pt x="-87" y="82357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Freeform 5">
                <a:extLst>
                  <a:ext uri="{FF2B5EF4-FFF2-40B4-BE49-F238E27FC236}">
                    <a16:creationId xmlns:a16="http://schemas.microsoft.com/office/drawing/2014/main" id="{438371FB-17B5-FAB3-96C6-D084B165E853}"/>
                  </a:ext>
                </a:extLst>
              </p:cNvPr>
              <p:cNvSpPr/>
              <p:nvPr/>
            </p:nvSpPr>
            <p:spPr>
              <a:xfrm>
                <a:off x="2812308" y="3885961"/>
                <a:ext cx="6599212" cy="988311"/>
              </a:xfrm>
              <a:custGeom>
                <a:avLst/>
                <a:gdLst>
                  <a:gd name="csX0" fmla="*/ -87 w 6599212"/>
                  <a:gd name="csY0" fmla="*/ 164705 h 988311"/>
                  <a:gd name="csX1" fmla="*/ 164363 w 6599212"/>
                  <a:gd name="csY1" fmla="*/ -14 h 988311"/>
                  <a:gd name="csX2" fmla="*/ 6434676 w 6599212"/>
                  <a:gd name="csY2" fmla="*/ -14 h 988311"/>
                  <a:gd name="csX3" fmla="*/ 6599126 w 6599212"/>
                  <a:gd name="csY3" fmla="*/ 164705 h 988311"/>
                  <a:gd name="csX4" fmla="*/ 6599126 w 6599212"/>
                  <a:gd name="csY4" fmla="*/ 823579 h 988311"/>
                  <a:gd name="csX5" fmla="*/ 6434676 w 6599212"/>
                  <a:gd name="csY5" fmla="*/ 988298 h 988311"/>
                  <a:gd name="csX6" fmla="*/ 164363 w 6599212"/>
                  <a:gd name="csY6" fmla="*/ 988298 h 988311"/>
                  <a:gd name="csX7" fmla="*/ -87 w 6599212"/>
                  <a:gd name="csY7" fmla="*/ 823579 h 9883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599212" h="988311">
                    <a:moveTo>
                      <a:pt x="-87" y="164705"/>
                    </a:moveTo>
                    <a:cubicBezTo>
                      <a:pt x="-87" y="73737"/>
                      <a:pt x="73541" y="-14"/>
                      <a:pt x="164363" y="-14"/>
                    </a:cubicBezTo>
                    <a:lnTo>
                      <a:pt x="6434676" y="-14"/>
                    </a:lnTo>
                    <a:cubicBezTo>
                      <a:pt x="6525495" y="-14"/>
                      <a:pt x="6599126" y="73737"/>
                      <a:pt x="6599126" y="164705"/>
                    </a:cubicBezTo>
                    <a:lnTo>
                      <a:pt x="6599126" y="823579"/>
                    </a:lnTo>
                    <a:cubicBezTo>
                      <a:pt x="6599126" y="914546"/>
                      <a:pt x="6525495" y="988298"/>
                      <a:pt x="6434676" y="988298"/>
                    </a:cubicBezTo>
                    <a:lnTo>
                      <a:pt x="164363" y="988298"/>
                    </a:lnTo>
                    <a:cubicBezTo>
                      <a:pt x="73541" y="988298"/>
                      <a:pt x="-87" y="914546"/>
                      <a:pt x="-87" y="823579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4B162600-F622-9B65-B617-5AA588A8985A}"/>
                  </a:ext>
                </a:extLst>
              </p:cNvPr>
              <p:cNvSpPr/>
              <p:nvPr/>
            </p:nvSpPr>
            <p:spPr>
              <a:xfrm>
                <a:off x="5443505" y="2621347"/>
                <a:ext cx="1050357" cy="680128"/>
              </a:xfrm>
              <a:custGeom>
                <a:avLst/>
                <a:gdLst>
                  <a:gd name="csX0" fmla="*/ -87 w 1050357"/>
                  <a:gd name="csY0" fmla="*/ 340050 h 680128"/>
                  <a:gd name="csX1" fmla="*/ 525092 w 1050357"/>
                  <a:gd name="csY1" fmla="*/ -14 h 680128"/>
                  <a:gd name="csX2" fmla="*/ 1050270 w 1050357"/>
                  <a:gd name="csY2" fmla="*/ 340050 h 680128"/>
                  <a:gd name="csX3" fmla="*/ 525092 w 1050357"/>
                  <a:gd name="csY3" fmla="*/ 680115 h 680128"/>
                  <a:gd name="csX4" fmla="*/ -87 w 1050357"/>
                  <a:gd name="csY4" fmla="*/ 340050 h 6801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50357" h="680128">
                    <a:moveTo>
                      <a:pt x="-87" y="340050"/>
                    </a:moveTo>
                    <a:cubicBezTo>
                      <a:pt x="-87" y="152239"/>
                      <a:pt x="235044" y="-14"/>
                      <a:pt x="525092" y="-14"/>
                    </a:cubicBezTo>
                    <a:cubicBezTo>
                      <a:pt x="815139" y="-14"/>
                      <a:pt x="1050270" y="152239"/>
                      <a:pt x="1050270" y="340050"/>
                    </a:cubicBezTo>
                    <a:cubicBezTo>
                      <a:pt x="1050270" y="527861"/>
                      <a:pt x="815139" y="680115"/>
                      <a:pt x="525092" y="680115"/>
                    </a:cubicBezTo>
                    <a:cubicBezTo>
                      <a:pt x="235044" y="680115"/>
                      <a:pt x="-87" y="527861"/>
                      <a:pt x="-87" y="340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C5194D-3E5A-DBCC-2E00-EB55E0BCF677}"/>
                  </a:ext>
                </a:extLst>
              </p:cNvPr>
              <p:cNvSpPr txBox="1"/>
              <p:nvPr/>
            </p:nvSpPr>
            <p:spPr>
              <a:xfrm>
                <a:off x="5707539" y="2816171"/>
                <a:ext cx="511679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high</a:t>
                </a: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C3E7C726-F3AE-425C-4B11-02921A0167A0}"/>
                  </a:ext>
                </a:extLst>
              </p:cNvPr>
              <p:cNvSpPr/>
              <p:nvPr/>
            </p:nvSpPr>
            <p:spPr>
              <a:xfrm>
                <a:off x="7629096" y="2621347"/>
                <a:ext cx="1060966" cy="680128"/>
              </a:xfrm>
              <a:custGeom>
                <a:avLst/>
                <a:gdLst>
                  <a:gd name="csX0" fmla="*/ -87 w 1060966"/>
                  <a:gd name="csY0" fmla="*/ 340050 h 680128"/>
                  <a:gd name="csX1" fmla="*/ 530396 w 1060966"/>
                  <a:gd name="csY1" fmla="*/ -14 h 680128"/>
                  <a:gd name="csX2" fmla="*/ 1060880 w 1060966"/>
                  <a:gd name="csY2" fmla="*/ 340050 h 680128"/>
                  <a:gd name="csX3" fmla="*/ 530396 w 1060966"/>
                  <a:gd name="csY3" fmla="*/ 680115 h 680128"/>
                  <a:gd name="csX4" fmla="*/ -87 w 1060966"/>
                  <a:gd name="csY4" fmla="*/ 340050 h 6801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60966" h="680128">
                    <a:moveTo>
                      <a:pt x="-87" y="340050"/>
                    </a:moveTo>
                    <a:cubicBezTo>
                      <a:pt x="-87" y="152239"/>
                      <a:pt x="237421" y="-14"/>
                      <a:pt x="530396" y="-14"/>
                    </a:cubicBezTo>
                    <a:cubicBezTo>
                      <a:pt x="823372" y="-14"/>
                      <a:pt x="1060880" y="152239"/>
                      <a:pt x="1060880" y="340050"/>
                    </a:cubicBezTo>
                    <a:cubicBezTo>
                      <a:pt x="1060880" y="527861"/>
                      <a:pt x="823372" y="680115"/>
                      <a:pt x="530396" y="680115"/>
                    </a:cubicBezTo>
                    <a:cubicBezTo>
                      <a:pt x="237421" y="680115"/>
                      <a:pt x="-87" y="527861"/>
                      <a:pt x="-87" y="340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689EE0-338C-4A9E-C2FD-B7CF6CE40117}"/>
                  </a:ext>
                </a:extLst>
              </p:cNvPr>
              <p:cNvSpPr txBox="1"/>
              <p:nvPr/>
            </p:nvSpPr>
            <p:spPr>
              <a:xfrm>
                <a:off x="7979842" y="2816171"/>
                <a:ext cx="444352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low</a:t>
                </a: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792F654A-063F-317A-4CC6-CD5BD6CC95BB}"/>
                  </a:ext>
                </a:extLst>
              </p:cNvPr>
              <p:cNvSpPr/>
              <p:nvPr/>
            </p:nvSpPr>
            <p:spPr>
              <a:xfrm>
                <a:off x="4849364" y="4055993"/>
                <a:ext cx="1060966" cy="690755"/>
              </a:xfrm>
              <a:custGeom>
                <a:avLst/>
                <a:gdLst>
                  <a:gd name="csX0" fmla="*/ -87 w 1060966"/>
                  <a:gd name="csY0" fmla="*/ 345364 h 690755"/>
                  <a:gd name="csX1" fmla="*/ 530396 w 1060966"/>
                  <a:gd name="csY1" fmla="*/ -14 h 690755"/>
                  <a:gd name="csX2" fmla="*/ 1060880 w 1060966"/>
                  <a:gd name="csY2" fmla="*/ 345364 h 690755"/>
                  <a:gd name="csX3" fmla="*/ 530396 w 1060966"/>
                  <a:gd name="csY3" fmla="*/ 690742 h 690755"/>
                  <a:gd name="csX4" fmla="*/ -87 w 1060966"/>
                  <a:gd name="csY4" fmla="*/ 345364 h 690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60966" h="690755">
                    <a:moveTo>
                      <a:pt x="-87" y="345364"/>
                    </a:moveTo>
                    <a:cubicBezTo>
                      <a:pt x="-87" y="154620"/>
                      <a:pt x="237421" y="-14"/>
                      <a:pt x="530396" y="-14"/>
                    </a:cubicBezTo>
                    <a:cubicBezTo>
                      <a:pt x="823372" y="-14"/>
                      <a:pt x="1060880" y="154620"/>
                      <a:pt x="1060880" y="345364"/>
                    </a:cubicBezTo>
                    <a:cubicBezTo>
                      <a:pt x="1060880" y="536108"/>
                      <a:pt x="823372" y="690742"/>
                      <a:pt x="530396" y="690742"/>
                    </a:cubicBezTo>
                    <a:cubicBezTo>
                      <a:pt x="237421" y="690742"/>
                      <a:pt x="-87" y="536108"/>
                      <a:pt x="-87" y="3453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494D6C-0CA9-456B-1D3B-F03D143B36F6}"/>
                  </a:ext>
                </a:extLst>
              </p:cNvPr>
              <p:cNvSpPr txBox="1"/>
              <p:nvPr/>
            </p:nvSpPr>
            <p:spPr>
              <a:xfrm>
                <a:off x="5127926" y="4239632"/>
                <a:ext cx="511679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high</a:t>
                </a: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42EC6173-CC5D-19B5-6859-8289A84A6BC1}"/>
                  </a:ext>
                </a:extLst>
              </p:cNvPr>
              <p:cNvSpPr/>
              <p:nvPr/>
            </p:nvSpPr>
            <p:spPr>
              <a:xfrm>
                <a:off x="5963379" y="4055993"/>
                <a:ext cx="1060966" cy="690755"/>
              </a:xfrm>
              <a:custGeom>
                <a:avLst/>
                <a:gdLst>
                  <a:gd name="csX0" fmla="*/ -87 w 1060966"/>
                  <a:gd name="csY0" fmla="*/ 345364 h 690755"/>
                  <a:gd name="csX1" fmla="*/ 530396 w 1060966"/>
                  <a:gd name="csY1" fmla="*/ -14 h 690755"/>
                  <a:gd name="csX2" fmla="*/ 1060880 w 1060966"/>
                  <a:gd name="csY2" fmla="*/ 345364 h 690755"/>
                  <a:gd name="csX3" fmla="*/ 530396 w 1060966"/>
                  <a:gd name="csY3" fmla="*/ 690742 h 690755"/>
                  <a:gd name="csX4" fmla="*/ -87 w 1060966"/>
                  <a:gd name="csY4" fmla="*/ 345364 h 690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60966" h="690755">
                    <a:moveTo>
                      <a:pt x="-87" y="345364"/>
                    </a:moveTo>
                    <a:cubicBezTo>
                      <a:pt x="-87" y="154620"/>
                      <a:pt x="237421" y="-14"/>
                      <a:pt x="530396" y="-14"/>
                    </a:cubicBezTo>
                    <a:cubicBezTo>
                      <a:pt x="823372" y="-14"/>
                      <a:pt x="1060880" y="154620"/>
                      <a:pt x="1060880" y="345364"/>
                    </a:cubicBezTo>
                    <a:cubicBezTo>
                      <a:pt x="1060880" y="536108"/>
                      <a:pt x="823372" y="690742"/>
                      <a:pt x="530396" y="690742"/>
                    </a:cubicBezTo>
                    <a:cubicBezTo>
                      <a:pt x="237421" y="690742"/>
                      <a:pt x="-87" y="536108"/>
                      <a:pt x="-87" y="3453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77D9F71-5688-67F7-DD49-EB346E301A65}"/>
                  </a:ext>
                </a:extLst>
              </p:cNvPr>
              <p:cNvSpPr txBox="1"/>
              <p:nvPr/>
            </p:nvSpPr>
            <p:spPr>
              <a:xfrm>
                <a:off x="6305097" y="4239632"/>
                <a:ext cx="444352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low</a:t>
                </a: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624A56D5-6975-8BF6-7918-7A814AD6BE66}"/>
                  </a:ext>
                </a:extLst>
              </p:cNvPr>
              <p:cNvSpPr/>
              <p:nvPr/>
            </p:nvSpPr>
            <p:spPr>
              <a:xfrm>
                <a:off x="7077394" y="4055993"/>
                <a:ext cx="1060966" cy="690755"/>
              </a:xfrm>
              <a:custGeom>
                <a:avLst/>
                <a:gdLst>
                  <a:gd name="csX0" fmla="*/ -87 w 1060966"/>
                  <a:gd name="csY0" fmla="*/ 345364 h 690755"/>
                  <a:gd name="csX1" fmla="*/ 530396 w 1060966"/>
                  <a:gd name="csY1" fmla="*/ -14 h 690755"/>
                  <a:gd name="csX2" fmla="*/ 1060880 w 1060966"/>
                  <a:gd name="csY2" fmla="*/ 345364 h 690755"/>
                  <a:gd name="csX3" fmla="*/ 530396 w 1060966"/>
                  <a:gd name="csY3" fmla="*/ 690742 h 690755"/>
                  <a:gd name="csX4" fmla="*/ -87 w 1060966"/>
                  <a:gd name="csY4" fmla="*/ 345364 h 690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60966" h="690755">
                    <a:moveTo>
                      <a:pt x="-87" y="345364"/>
                    </a:moveTo>
                    <a:cubicBezTo>
                      <a:pt x="-87" y="154620"/>
                      <a:pt x="237421" y="-14"/>
                      <a:pt x="530396" y="-14"/>
                    </a:cubicBezTo>
                    <a:cubicBezTo>
                      <a:pt x="823372" y="-14"/>
                      <a:pt x="1060880" y="154620"/>
                      <a:pt x="1060880" y="345364"/>
                    </a:cubicBezTo>
                    <a:cubicBezTo>
                      <a:pt x="1060880" y="536108"/>
                      <a:pt x="823372" y="690742"/>
                      <a:pt x="530396" y="690742"/>
                    </a:cubicBezTo>
                    <a:cubicBezTo>
                      <a:pt x="237421" y="690742"/>
                      <a:pt x="-87" y="536108"/>
                      <a:pt x="-87" y="3453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810EEC3C-B13C-8075-8415-D453A2F6A28D}"/>
                  </a:ext>
                </a:extLst>
              </p:cNvPr>
              <p:cNvSpPr/>
              <p:nvPr/>
            </p:nvSpPr>
            <p:spPr>
              <a:xfrm>
                <a:off x="8202018" y="4055993"/>
                <a:ext cx="1060966" cy="690755"/>
              </a:xfrm>
              <a:custGeom>
                <a:avLst/>
                <a:gdLst>
                  <a:gd name="csX0" fmla="*/ -87 w 1060966"/>
                  <a:gd name="csY0" fmla="*/ 345364 h 690755"/>
                  <a:gd name="csX1" fmla="*/ 530396 w 1060966"/>
                  <a:gd name="csY1" fmla="*/ -14 h 690755"/>
                  <a:gd name="csX2" fmla="*/ 1060880 w 1060966"/>
                  <a:gd name="csY2" fmla="*/ 345364 h 690755"/>
                  <a:gd name="csX3" fmla="*/ 530396 w 1060966"/>
                  <a:gd name="csY3" fmla="*/ 690742 h 690755"/>
                  <a:gd name="csX4" fmla="*/ -87 w 1060966"/>
                  <a:gd name="csY4" fmla="*/ 345364 h 690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060966" h="690755">
                    <a:moveTo>
                      <a:pt x="-87" y="345364"/>
                    </a:moveTo>
                    <a:cubicBezTo>
                      <a:pt x="-87" y="154620"/>
                      <a:pt x="237421" y="-14"/>
                      <a:pt x="530396" y="-14"/>
                    </a:cubicBezTo>
                    <a:cubicBezTo>
                      <a:pt x="823372" y="-14"/>
                      <a:pt x="1060880" y="154620"/>
                      <a:pt x="1060880" y="345364"/>
                    </a:cubicBezTo>
                    <a:cubicBezTo>
                      <a:pt x="1060880" y="536108"/>
                      <a:pt x="823372" y="690742"/>
                      <a:pt x="530396" y="690742"/>
                    </a:cubicBezTo>
                    <a:cubicBezTo>
                      <a:pt x="237421" y="690742"/>
                      <a:pt x="-87" y="536108"/>
                      <a:pt x="-87" y="345364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995715E-B29F-D00B-11E2-4061A4BA49C3}"/>
                  </a:ext>
                </a:extLst>
              </p:cNvPr>
              <p:cNvSpPr/>
              <p:nvPr/>
            </p:nvSpPr>
            <p:spPr>
              <a:xfrm>
                <a:off x="5324146" y="4821138"/>
                <a:ext cx="111401" cy="475356"/>
              </a:xfrm>
              <a:custGeom>
                <a:avLst/>
                <a:gdLst>
                  <a:gd name="csX0" fmla="*/ 55614 w 111401"/>
                  <a:gd name="csY0" fmla="*/ -14 h 475356"/>
                  <a:gd name="csX1" fmla="*/ 55614 w 111401"/>
                  <a:gd name="csY1" fmla="*/ 382356 h 475356"/>
                  <a:gd name="csX2" fmla="*/ 37047 w 111401"/>
                  <a:gd name="csY2" fmla="*/ 382356 h 475356"/>
                  <a:gd name="csX3" fmla="*/ 37047 w 111401"/>
                  <a:gd name="csY3" fmla="*/ -14 h 475356"/>
                  <a:gd name="csX4" fmla="*/ 111315 w 111401"/>
                  <a:gd name="csY4" fmla="*/ 363759 h 475356"/>
                  <a:gd name="csX5" fmla="*/ 55614 w 111401"/>
                  <a:gd name="csY5" fmla="*/ 475343 h 475356"/>
                  <a:gd name="csX6" fmla="*/ -87 w 111401"/>
                  <a:gd name="csY6" fmla="*/ 363759 h 475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1401" h="475356">
                    <a:moveTo>
                      <a:pt x="55614" y="-14"/>
                    </a:moveTo>
                    <a:lnTo>
                      <a:pt x="55614" y="382356"/>
                    </a:lnTo>
                    <a:lnTo>
                      <a:pt x="37047" y="382356"/>
                    </a:lnTo>
                    <a:lnTo>
                      <a:pt x="37047" y="-14"/>
                    </a:lnTo>
                    <a:close/>
                    <a:moveTo>
                      <a:pt x="111315" y="363759"/>
                    </a:moveTo>
                    <a:lnTo>
                      <a:pt x="55614" y="475343"/>
                    </a:lnTo>
                    <a:lnTo>
                      <a:pt x="-87" y="363759"/>
                    </a:lnTo>
                    <a:close/>
                  </a:path>
                </a:pathLst>
              </a:custGeom>
              <a:solidFill>
                <a:srgbClr val="191B0E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816D9F95-6472-FC55-622C-13F5D4B70755}"/>
                  </a:ext>
                </a:extLst>
              </p:cNvPr>
              <p:cNvSpPr/>
              <p:nvPr/>
            </p:nvSpPr>
            <p:spPr>
              <a:xfrm>
                <a:off x="6469990" y="4821138"/>
                <a:ext cx="111401" cy="475356"/>
              </a:xfrm>
              <a:custGeom>
                <a:avLst/>
                <a:gdLst>
                  <a:gd name="csX0" fmla="*/ 55614 w 111401"/>
                  <a:gd name="csY0" fmla="*/ -14 h 475356"/>
                  <a:gd name="csX1" fmla="*/ 55614 w 111401"/>
                  <a:gd name="csY1" fmla="*/ 382356 h 475356"/>
                  <a:gd name="csX2" fmla="*/ 37047 w 111401"/>
                  <a:gd name="csY2" fmla="*/ 382356 h 475356"/>
                  <a:gd name="csX3" fmla="*/ 37047 w 111401"/>
                  <a:gd name="csY3" fmla="*/ -14 h 475356"/>
                  <a:gd name="csX4" fmla="*/ 111315 w 111401"/>
                  <a:gd name="csY4" fmla="*/ 363759 h 475356"/>
                  <a:gd name="csX5" fmla="*/ 55614 w 111401"/>
                  <a:gd name="csY5" fmla="*/ 475343 h 475356"/>
                  <a:gd name="csX6" fmla="*/ -87 w 111401"/>
                  <a:gd name="csY6" fmla="*/ 363759 h 475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1401" h="475356">
                    <a:moveTo>
                      <a:pt x="55614" y="-14"/>
                    </a:moveTo>
                    <a:lnTo>
                      <a:pt x="55614" y="382356"/>
                    </a:lnTo>
                    <a:lnTo>
                      <a:pt x="37047" y="382356"/>
                    </a:lnTo>
                    <a:lnTo>
                      <a:pt x="37047" y="-14"/>
                    </a:lnTo>
                    <a:close/>
                    <a:moveTo>
                      <a:pt x="111315" y="363759"/>
                    </a:moveTo>
                    <a:lnTo>
                      <a:pt x="55614" y="475343"/>
                    </a:lnTo>
                    <a:lnTo>
                      <a:pt x="-87" y="363759"/>
                    </a:lnTo>
                    <a:close/>
                  </a:path>
                </a:pathLst>
              </a:custGeom>
              <a:solidFill>
                <a:srgbClr val="191B0E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F96C7935-4534-F053-E5EB-9A2D6AB6F0C7}"/>
                  </a:ext>
                </a:extLst>
              </p:cNvPr>
              <p:cNvSpPr/>
              <p:nvPr/>
            </p:nvSpPr>
            <p:spPr>
              <a:xfrm>
                <a:off x="7584005" y="4821138"/>
                <a:ext cx="111401" cy="475356"/>
              </a:xfrm>
              <a:custGeom>
                <a:avLst/>
                <a:gdLst>
                  <a:gd name="csX0" fmla="*/ 55614 w 111401"/>
                  <a:gd name="csY0" fmla="*/ -14 h 475356"/>
                  <a:gd name="csX1" fmla="*/ 55614 w 111401"/>
                  <a:gd name="csY1" fmla="*/ 382356 h 475356"/>
                  <a:gd name="csX2" fmla="*/ 37047 w 111401"/>
                  <a:gd name="csY2" fmla="*/ 382356 h 475356"/>
                  <a:gd name="csX3" fmla="*/ 37047 w 111401"/>
                  <a:gd name="csY3" fmla="*/ -14 h 475356"/>
                  <a:gd name="csX4" fmla="*/ 111315 w 111401"/>
                  <a:gd name="csY4" fmla="*/ 363759 h 475356"/>
                  <a:gd name="csX5" fmla="*/ 55614 w 111401"/>
                  <a:gd name="csY5" fmla="*/ 475343 h 475356"/>
                  <a:gd name="csX6" fmla="*/ -87 w 111401"/>
                  <a:gd name="csY6" fmla="*/ 363759 h 475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1401" h="475356">
                    <a:moveTo>
                      <a:pt x="55614" y="-14"/>
                    </a:moveTo>
                    <a:lnTo>
                      <a:pt x="55614" y="382356"/>
                    </a:lnTo>
                    <a:lnTo>
                      <a:pt x="37047" y="382356"/>
                    </a:lnTo>
                    <a:lnTo>
                      <a:pt x="37047" y="-14"/>
                    </a:lnTo>
                    <a:close/>
                    <a:moveTo>
                      <a:pt x="111315" y="363759"/>
                    </a:moveTo>
                    <a:lnTo>
                      <a:pt x="55614" y="475343"/>
                    </a:lnTo>
                    <a:lnTo>
                      <a:pt x="-87" y="363759"/>
                    </a:lnTo>
                    <a:close/>
                  </a:path>
                </a:pathLst>
              </a:custGeom>
              <a:solidFill>
                <a:srgbClr val="191B0E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6EBA86E-7687-5374-586B-E3970C172D0C}"/>
                  </a:ext>
                </a:extLst>
              </p:cNvPr>
              <p:cNvSpPr/>
              <p:nvPr/>
            </p:nvSpPr>
            <p:spPr>
              <a:xfrm>
                <a:off x="8687411" y="4821138"/>
                <a:ext cx="111401" cy="475356"/>
              </a:xfrm>
              <a:custGeom>
                <a:avLst/>
                <a:gdLst>
                  <a:gd name="csX0" fmla="*/ 55614 w 111401"/>
                  <a:gd name="csY0" fmla="*/ -14 h 475356"/>
                  <a:gd name="csX1" fmla="*/ 55614 w 111401"/>
                  <a:gd name="csY1" fmla="*/ 382356 h 475356"/>
                  <a:gd name="csX2" fmla="*/ 37047 w 111401"/>
                  <a:gd name="csY2" fmla="*/ 382356 h 475356"/>
                  <a:gd name="csX3" fmla="*/ 37047 w 111401"/>
                  <a:gd name="csY3" fmla="*/ -14 h 475356"/>
                  <a:gd name="csX4" fmla="*/ 111315 w 111401"/>
                  <a:gd name="csY4" fmla="*/ 363759 h 475356"/>
                  <a:gd name="csX5" fmla="*/ 55614 w 111401"/>
                  <a:gd name="csY5" fmla="*/ 475343 h 475356"/>
                  <a:gd name="csX6" fmla="*/ -87 w 111401"/>
                  <a:gd name="csY6" fmla="*/ 363759 h 4753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111401" h="475356">
                    <a:moveTo>
                      <a:pt x="55614" y="-14"/>
                    </a:moveTo>
                    <a:lnTo>
                      <a:pt x="55614" y="382356"/>
                    </a:lnTo>
                    <a:lnTo>
                      <a:pt x="37047" y="382356"/>
                    </a:lnTo>
                    <a:lnTo>
                      <a:pt x="37047" y="-14"/>
                    </a:lnTo>
                    <a:close/>
                    <a:moveTo>
                      <a:pt x="111315" y="363759"/>
                    </a:moveTo>
                    <a:lnTo>
                      <a:pt x="55614" y="475343"/>
                    </a:lnTo>
                    <a:lnTo>
                      <a:pt x="-87" y="363759"/>
                    </a:lnTo>
                    <a:close/>
                  </a:path>
                </a:pathLst>
              </a:custGeom>
              <a:solidFill>
                <a:srgbClr val="191B0E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D84774D-BAF6-D8DB-61DF-C23E2ABD7555}"/>
                  </a:ext>
                </a:extLst>
              </p:cNvPr>
              <p:cNvSpPr txBox="1"/>
              <p:nvPr/>
            </p:nvSpPr>
            <p:spPr>
              <a:xfrm>
                <a:off x="5180582" y="5324888"/>
                <a:ext cx="434734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HH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C50411-7340-1E21-9284-1B4819A0DB8E}"/>
                  </a:ext>
                </a:extLst>
              </p:cNvPr>
              <p:cNvSpPr txBox="1"/>
              <p:nvPr/>
            </p:nvSpPr>
            <p:spPr>
              <a:xfrm>
                <a:off x="5069870" y="5544029"/>
                <a:ext cx="675185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 = 528 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10F82CF-95CB-46E3-8620-AF59DD0CCC09}"/>
                  </a:ext>
                </a:extLst>
              </p:cNvPr>
              <p:cNvSpPr txBox="1"/>
              <p:nvPr/>
            </p:nvSpPr>
            <p:spPr>
              <a:xfrm>
                <a:off x="6327456" y="5324888"/>
                <a:ext cx="415498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HL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E77C820-B834-C8F6-8FB2-98CBDB25550C}"/>
                  </a:ext>
                </a:extLst>
              </p:cNvPr>
              <p:cNvSpPr txBox="1"/>
              <p:nvPr/>
            </p:nvSpPr>
            <p:spPr>
              <a:xfrm>
                <a:off x="6216744" y="5544029"/>
                <a:ext cx="675185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 = 528 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CCFB4B2-3BD8-08A1-DC6A-02C78B85FA06}"/>
                  </a:ext>
                </a:extLst>
              </p:cNvPr>
              <p:cNvSpPr txBox="1"/>
              <p:nvPr/>
            </p:nvSpPr>
            <p:spPr>
              <a:xfrm>
                <a:off x="7438606" y="5324888"/>
                <a:ext cx="415498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LH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DBB9C4-B9CA-0FC9-B704-1004BD6FFD6A}"/>
                  </a:ext>
                </a:extLst>
              </p:cNvPr>
              <p:cNvSpPr txBox="1"/>
              <p:nvPr/>
            </p:nvSpPr>
            <p:spPr>
              <a:xfrm>
                <a:off x="7307311" y="5544029"/>
                <a:ext cx="675185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 =  528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D3C286B-E265-0C9E-1570-267764A63CA8}"/>
                  </a:ext>
                </a:extLst>
              </p:cNvPr>
              <p:cNvSpPr txBox="1"/>
              <p:nvPr/>
            </p:nvSpPr>
            <p:spPr>
              <a:xfrm>
                <a:off x="8549693" y="5324888"/>
                <a:ext cx="396262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LL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9793B38-45C8-CE2E-331D-DE1C295C5B2C}"/>
                  </a:ext>
                </a:extLst>
              </p:cNvPr>
              <p:cNvSpPr txBox="1"/>
              <p:nvPr/>
            </p:nvSpPr>
            <p:spPr>
              <a:xfrm>
                <a:off x="8438981" y="5544029"/>
                <a:ext cx="638316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 = 528</a:t>
                </a: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3ED0665F-A7C7-81AE-4F0C-69481F798834}"/>
                  </a:ext>
                </a:extLst>
              </p:cNvPr>
              <p:cNvSpPr/>
              <p:nvPr/>
            </p:nvSpPr>
            <p:spPr>
              <a:xfrm>
                <a:off x="5379847" y="3375864"/>
                <a:ext cx="1177673" cy="606047"/>
              </a:xfrm>
              <a:custGeom>
                <a:avLst/>
                <a:gdLst>
                  <a:gd name="csX0" fmla="*/ -87 w 1177673"/>
                  <a:gd name="csY0" fmla="*/ 605726 h 606047"/>
                  <a:gd name="csX1" fmla="*/ 932 w 1177673"/>
                  <a:gd name="csY1" fmla="*/ 544684 h 606047"/>
                  <a:gd name="csX2" fmla="*/ 3870 w 1177673"/>
                  <a:gd name="csY2" fmla="*/ 487840 h 606047"/>
                  <a:gd name="csX3" fmla="*/ 8517 w 1177673"/>
                  <a:gd name="csY3" fmla="*/ 436384 h 606047"/>
                  <a:gd name="csX4" fmla="*/ 14671 w 1177673"/>
                  <a:gd name="csY4" fmla="*/ 391559 h 606047"/>
                  <a:gd name="csX5" fmla="*/ 22130 w 1177673"/>
                  <a:gd name="csY5" fmla="*/ 354577 h 606047"/>
                  <a:gd name="csX6" fmla="*/ 30692 w 1177673"/>
                  <a:gd name="csY6" fmla="*/ 326660 h 606047"/>
                  <a:gd name="csX7" fmla="*/ 40155 w 1177673"/>
                  <a:gd name="csY7" fmla="*/ 309009 h 606047"/>
                  <a:gd name="csX8" fmla="*/ 50309 w 1177673"/>
                  <a:gd name="csY8" fmla="*/ 302856 h 606047"/>
                  <a:gd name="csX9" fmla="*/ 538354 w 1177673"/>
                  <a:gd name="csY9" fmla="*/ 302856 h 606047"/>
                  <a:gd name="csX10" fmla="*/ 548507 w 1177673"/>
                  <a:gd name="csY10" fmla="*/ 296703 h 606047"/>
                  <a:gd name="csX11" fmla="*/ 557971 w 1177673"/>
                  <a:gd name="csY11" fmla="*/ 279051 h 606047"/>
                  <a:gd name="csX12" fmla="*/ 566533 w 1177673"/>
                  <a:gd name="csY12" fmla="*/ 251134 h 606047"/>
                  <a:gd name="csX13" fmla="*/ 573992 w 1177673"/>
                  <a:gd name="csY13" fmla="*/ 214152 h 606047"/>
                  <a:gd name="csX14" fmla="*/ 580145 w 1177673"/>
                  <a:gd name="csY14" fmla="*/ 169327 h 606047"/>
                  <a:gd name="csX15" fmla="*/ 584792 w 1177673"/>
                  <a:gd name="csY15" fmla="*/ 117871 h 606047"/>
                  <a:gd name="csX16" fmla="*/ 587731 w 1177673"/>
                  <a:gd name="csY16" fmla="*/ 61028 h 606047"/>
                  <a:gd name="csX17" fmla="*/ 588750 w 1177673"/>
                  <a:gd name="csY17" fmla="*/ -14 h 606047"/>
                  <a:gd name="csX18" fmla="*/ 589768 w 1177673"/>
                  <a:gd name="csY18" fmla="*/ 61028 h 606047"/>
                  <a:gd name="csX19" fmla="*/ 592707 w 1177673"/>
                  <a:gd name="csY19" fmla="*/ 117871 h 606047"/>
                  <a:gd name="csX20" fmla="*/ 597354 w 1177673"/>
                  <a:gd name="csY20" fmla="*/ 169327 h 606047"/>
                  <a:gd name="csX21" fmla="*/ 603508 w 1177673"/>
                  <a:gd name="csY21" fmla="*/ 214152 h 606047"/>
                  <a:gd name="csX22" fmla="*/ 610966 w 1177673"/>
                  <a:gd name="csY22" fmla="*/ 251134 h 606047"/>
                  <a:gd name="csX23" fmla="*/ 619528 w 1177673"/>
                  <a:gd name="csY23" fmla="*/ 279051 h 606047"/>
                  <a:gd name="csX24" fmla="*/ 628992 w 1177673"/>
                  <a:gd name="csY24" fmla="*/ 296703 h 606047"/>
                  <a:gd name="csX25" fmla="*/ 639145 w 1177673"/>
                  <a:gd name="csY25" fmla="*/ 302856 h 606047"/>
                  <a:gd name="csX26" fmla="*/ 1127190 w 1177673"/>
                  <a:gd name="csY26" fmla="*/ 302856 h 606047"/>
                  <a:gd name="csX27" fmla="*/ 1137344 w 1177673"/>
                  <a:gd name="csY27" fmla="*/ 309009 h 606047"/>
                  <a:gd name="csX28" fmla="*/ 1146807 w 1177673"/>
                  <a:gd name="csY28" fmla="*/ 326660 h 606047"/>
                  <a:gd name="csX29" fmla="*/ 1155370 w 1177673"/>
                  <a:gd name="csY29" fmla="*/ 354577 h 606047"/>
                  <a:gd name="csX30" fmla="*/ 1162828 w 1177673"/>
                  <a:gd name="csY30" fmla="*/ 391559 h 606047"/>
                  <a:gd name="csX31" fmla="*/ 1168982 w 1177673"/>
                  <a:gd name="csY31" fmla="*/ 436384 h 606047"/>
                  <a:gd name="csX32" fmla="*/ 1173629 w 1177673"/>
                  <a:gd name="csY32" fmla="*/ 487840 h 606047"/>
                  <a:gd name="csX33" fmla="*/ 1176568 w 1177673"/>
                  <a:gd name="csY33" fmla="*/ 544684 h 606047"/>
                  <a:gd name="csX34" fmla="*/ 1177586 w 1177673"/>
                  <a:gd name="csY34" fmla="*/ 605726 h 606047"/>
                  <a:gd name="csX35" fmla="*/ 1159019 w 1177673"/>
                  <a:gd name="csY35" fmla="*/ 606034 h 606047"/>
                  <a:gd name="csX36" fmla="*/ 1158022 w 1177673"/>
                  <a:gd name="csY36" fmla="*/ 545651 h 606047"/>
                  <a:gd name="csX37" fmla="*/ 1155136 w 1177673"/>
                  <a:gd name="csY37" fmla="*/ 489508 h 606047"/>
                  <a:gd name="csX38" fmla="*/ 1150584 w 1177673"/>
                  <a:gd name="csY38" fmla="*/ 438924 h 606047"/>
                  <a:gd name="csX39" fmla="*/ 1144622 w 1177673"/>
                  <a:gd name="csY39" fmla="*/ 395247 h 606047"/>
                  <a:gd name="csX40" fmla="*/ 1137620 w 1177673"/>
                  <a:gd name="csY40" fmla="*/ 360040 h 606047"/>
                  <a:gd name="csX41" fmla="*/ 1129588 w 1177673"/>
                  <a:gd name="csY41" fmla="*/ 333855 h 606047"/>
                  <a:gd name="csX42" fmla="*/ 1123392 w 1177673"/>
                  <a:gd name="csY42" fmla="*/ 322293 h 606047"/>
                  <a:gd name="csX43" fmla="*/ 1122013 w 1177673"/>
                  <a:gd name="csY43" fmla="*/ 321453 h 606047"/>
                  <a:gd name="csX44" fmla="*/ 639145 w 1177673"/>
                  <a:gd name="csY44" fmla="*/ 321453 h 606047"/>
                  <a:gd name="csX45" fmla="*/ 629533 w 1177673"/>
                  <a:gd name="csY45" fmla="*/ 318764 h 606047"/>
                  <a:gd name="csX46" fmla="*/ 619380 w 1177673"/>
                  <a:gd name="csY46" fmla="*/ 312611 h 606047"/>
                  <a:gd name="csX47" fmla="*/ 612632 w 1177673"/>
                  <a:gd name="csY47" fmla="*/ 305502 h 606047"/>
                  <a:gd name="csX48" fmla="*/ 603168 w 1177673"/>
                  <a:gd name="csY48" fmla="*/ 287851 h 606047"/>
                  <a:gd name="csX49" fmla="*/ 601778 w 1177673"/>
                  <a:gd name="csY49" fmla="*/ 284513 h 606047"/>
                  <a:gd name="csX50" fmla="*/ 592771 w 1177673"/>
                  <a:gd name="csY50" fmla="*/ 254811 h 606047"/>
                  <a:gd name="csX51" fmla="*/ 585121 w 1177673"/>
                  <a:gd name="csY51" fmla="*/ 216681 h 606047"/>
                  <a:gd name="csX52" fmla="*/ 578861 w 1177673"/>
                  <a:gd name="csY52" fmla="*/ 170996 h 606047"/>
                  <a:gd name="csX53" fmla="*/ 574172 w 1177673"/>
                  <a:gd name="csY53" fmla="*/ 118839 h 606047"/>
                  <a:gd name="csX54" fmla="*/ 571212 w 1177673"/>
                  <a:gd name="csY54" fmla="*/ 61336 h 606047"/>
                  <a:gd name="csX55" fmla="*/ 570183 w 1177673"/>
                  <a:gd name="csY55" fmla="*/ 294 h 606047"/>
                  <a:gd name="csX56" fmla="*/ 607316 w 1177673"/>
                  <a:gd name="csY56" fmla="*/ 294 h 606047"/>
                  <a:gd name="csX57" fmla="*/ 606266 w 1177673"/>
                  <a:gd name="csY57" fmla="*/ 61984 h 606047"/>
                  <a:gd name="csX58" fmla="*/ 603285 w 1177673"/>
                  <a:gd name="csY58" fmla="*/ 119551 h 606047"/>
                  <a:gd name="csX59" fmla="*/ 598532 w 1177673"/>
                  <a:gd name="csY59" fmla="*/ 171857 h 606047"/>
                  <a:gd name="csX60" fmla="*/ 592187 w 1177673"/>
                  <a:gd name="csY60" fmla="*/ 217829 h 606047"/>
                  <a:gd name="csX61" fmla="*/ 584283 w 1177673"/>
                  <a:gd name="csY61" fmla="*/ 256586 h 606047"/>
                  <a:gd name="csX62" fmla="*/ 575721 w 1177673"/>
                  <a:gd name="csY62" fmla="*/ 284513 h 606047"/>
                  <a:gd name="csX63" fmla="*/ 574331 w 1177673"/>
                  <a:gd name="csY63" fmla="*/ 287851 h 606047"/>
                  <a:gd name="csX64" fmla="*/ 564867 w 1177673"/>
                  <a:gd name="csY64" fmla="*/ 305502 h 606047"/>
                  <a:gd name="csX65" fmla="*/ 558120 w 1177673"/>
                  <a:gd name="csY65" fmla="*/ 312611 h 606047"/>
                  <a:gd name="csX66" fmla="*/ 547966 w 1177673"/>
                  <a:gd name="csY66" fmla="*/ 318764 h 606047"/>
                  <a:gd name="csX67" fmla="*/ 538354 w 1177673"/>
                  <a:gd name="csY67" fmla="*/ 321453 h 606047"/>
                  <a:gd name="csX68" fmla="*/ 55487 w 1177673"/>
                  <a:gd name="csY68" fmla="*/ 321453 h 606047"/>
                  <a:gd name="csX69" fmla="*/ 54107 w 1177673"/>
                  <a:gd name="csY69" fmla="*/ 322293 h 606047"/>
                  <a:gd name="csX70" fmla="*/ 47911 w 1177673"/>
                  <a:gd name="csY70" fmla="*/ 333855 h 606047"/>
                  <a:gd name="csX71" fmla="*/ 40336 w 1177673"/>
                  <a:gd name="csY71" fmla="*/ 358265 h 606047"/>
                  <a:gd name="csX72" fmla="*/ 33068 w 1177673"/>
                  <a:gd name="csY72" fmla="*/ 394099 h 606047"/>
                  <a:gd name="csX73" fmla="*/ 27010 w 1177673"/>
                  <a:gd name="csY73" fmla="*/ 438063 h 606047"/>
                  <a:gd name="csX74" fmla="*/ 22416 w 1177673"/>
                  <a:gd name="csY74" fmla="*/ 488797 h 606047"/>
                  <a:gd name="csX75" fmla="*/ 19499 w 1177673"/>
                  <a:gd name="csY75" fmla="*/ 545003 h 606047"/>
                  <a:gd name="csX76" fmla="*/ 18480 w 1177673"/>
                  <a:gd name="csY76" fmla="*/ 606034 h 6060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</a:cxnLst>
                <a:rect l="l" t="t" r="r" b="b"/>
                <a:pathLst>
                  <a:path w="1177673" h="606047">
                    <a:moveTo>
                      <a:pt x="-87" y="605726"/>
                    </a:moveTo>
                    <a:lnTo>
                      <a:pt x="932" y="544684"/>
                    </a:lnTo>
                    <a:lnTo>
                      <a:pt x="3870" y="487840"/>
                    </a:lnTo>
                    <a:lnTo>
                      <a:pt x="8517" y="436384"/>
                    </a:lnTo>
                    <a:lnTo>
                      <a:pt x="14671" y="391559"/>
                    </a:lnTo>
                    <a:lnTo>
                      <a:pt x="22130" y="354577"/>
                    </a:lnTo>
                    <a:lnTo>
                      <a:pt x="30692" y="326660"/>
                    </a:lnTo>
                    <a:lnTo>
                      <a:pt x="40155" y="309009"/>
                    </a:lnTo>
                    <a:lnTo>
                      <a:pt x="50309" y="302856"/>
                    </a:lnTo>
                    <a:lnTo>
                      <a:pt x="538354" y="302856"/>
                    </a:lnTo>
                    <a:lnTo>
                      <a:pt x="548507" y="296703"/>
                    </a:lnTo>
                    <a:lnTo>
                      <a:pt x="557971" y="279051"/>
                    </a:lnTo>
                    <a:lnTo>
                      <a:pt x="566533" y="251134"/>
                    </a:lnTo>
                    <a:lnTo>
                      <a:pt x="573992" y="214152"/>
                    </a:lnTo>
                    <a:lnTo>
                      <a:pt x="580145" y="169327"/>
                    </a:lnTo>
                    <a:lnTo>
                      <a:pt x="584792" y="117871"/>
                    </a:lnTo>
                    <a:lnTo>
                      <a:pt x="587731" y="61028"/>
                    </a:lnTo>
                    <a:lnTo>
                      <a:pt x="588750" y="-14"/>
                    </a:lnTo>
                    <a:lnTo>
                      <a:pt x="589768" y="61028"/>
                    </a:lnTo>
                    <a:lnTo>
                      <a:pt x="592707" y="117871"/>
                    </a:lnTo>
                    <a:lnTo>
                      <a:pt x="597354" y="169327"/>
                    </a:lnTo>
                    <a:lnTo>
                      <a:pt x="603508" y="214152"/>
                    </a:lnTo>
                    <a:lnTo>
                      <a:pt x="610966" y="251134"/>
                    </a:lnTo>
                    <a:lnTo>
                      <a:pt x="619528" y="279051"/>
                    </a:lnTo>
                    <a:lnTo>
                      <a:pt x="628992" y="296703"/>
                    </a:lnTo>
                    <a:lnTo>
                      <a:pt x="639145" y="302856"/>
                    </a:lnTo>
                    <a:lnTo>
                      <a:pt x="1127190" y="302856"/>
                    </a:lnTo>
                    <a:lnTo>
                      <a:pt x="1137344" y="309009"/>
                    </a:lnTo>
                    <a:lnTo>
                      <a:pt x="1146807" y="326660"/>
                    </a:lnTo>
                    <a:lnTo>
                      <a:pt x="1155370" y="354577"/>
                    </a:lnTo>
                    <a:lnTo>
                      <a:pt x="1162828" y="391559"/>
                    </a:lnTo>
                    <a:lnTo>
                      <a:pt x="1168982" y="436384"/>
                    </a:lnTo>
                    <a:lnTo>
                      <a:pt x="1173629" y="487840"/>
                    </a:lnTo>
                    <a:lnTo>
                      <a:pt x="1176568" y="544684"/>
                    </a:lnTo>
                    <a:lnTo>
                      <a:pt x="1177586" y="605726"/>
                    </a:lnTo>
                    <a:lnTo>
                      <a:pt x="1159019" y="606034"/>
                    </a:lnTo>
                    <a:lnTo>
                      <a:pt x="1158022" y="545651"/>
                    </a:lnTo>
                    <a:lnTo>
                      <a:pt x="1155136" y="489508"/>
                    </a:lnTo>
                    <a:lnTo>
                      <a:pt x="1150584" y="438924"/>
                    </a:lnTo>
                    <a:lnTo>
                      <a:pt x="1144622" y="395247"/>
                    </a:lnTo>
                    <a:lnTo>
                      <a:pt x="1137620" y="360040"/>
                    </a:lnTo>
                    <a:lnTo>
                      <a:pt x="1129588" y="333855"/>
                    </a:lnTo>
                    <a:lnTo>
                      <a:pt x="1123392" y="322293"/>
                    </a:lnTo>
                    <a:lnTo>
                      <a:pt x="1122013" y="321453"/>
                    </a:lnTo>
                    <a:lnTo>
                      <a:pt x="639145" y="321453"/>
                    </a:lnTo>
                    <a:cubicBezTo>
                      <a:pt x="635750" y="321453"/>
                      <a:pt x="632430" y="320528"/>
                      <a:pt x="629533" y="318764"/>
                    </a:cubicBezTo>
                    <a:lnTo>
                      <a:pt x="619380" y="312611"/>
                    </a:lnTo>
                    <a:cubicBezTo>
                      <a:pt x="616536" y="310890"/>
                      <a:pt x="614202" y="308435"/>
                      <a:pt x="612632" y="305502"/>
                    </a:cubicBezTo>
                    <a:lnTo>
                      <a:pt x="603168" y="287851"/>
                    </a:lnTo>
                    <a:cubicBezTo>
                      <a:pt x="602595" y="286788"/>
                      <a:pt x="602128" y="285672"/>
                      <a:pt x="601778" y="284513"/>
                    </a:cubicBezTo>
                    <a:lnTo>
                      <a:pt x="592771" y="254811"/>
                    </a:lnTo>
                    <a:lnTo>
                      <a:pt x="585121" y="216681"/>
                    </a:lnTo>
                    <a:lnTo>
                      <a:pt x="578861" y="170996"/>
                    </a:lnTo>
                    <a:lnTo>
                      <a:pt x="574172" y="118839"/>
                    </a:lnTo>
                    <a:lnTo>
                      <a:pt x="571212" y="61336"/>
                    </a:lnTo>
                    <a:lnTo>
                      <a:pt x="570183" y="294"/>
                    </a:lnTo>
                    <a:lnTo>
                      <a:pt x="607316" y="294"/>
                    </a:lnTo>
                    <a:lnTo>
                      <a:pt x="606266" y="61984"/>
                    </a:lnTo>
                    <a:lnTo>
                      <a:pt x="603285" y="119551"/>
                    </a:lnTo>
                    <a:lnTo>
                      <a:pt x="598532" y="171857"/>
                    </a:lnTo>
                    <a:lnTo>
                      <a:pt x="592187" y="217829"/>
                    </a:lnTo>
                    <a:lnTo>
                      <a:pt x="584283" y="256586"/>
                    </a:lnTo>
                    <a:lnTo>
                      <a:pt x="575721" y="284513"/>
                    </a:lnTo>
                    <a:cubicBezTo>
                      <a:pt x="575371" y="285672"/>
                      <a:pt x="574904" y="286788"/>
                      <a:pt x="574331" y="287851"/>
                    </a:cubicBezTo>
                    <a:lnTo>
                      <a:pt x="564867" y="305502"/>
                    </a:lnTo>
                    <a:cubicBezTo>
                      <a:pt x="563297" y="308435"/>
                      <a:pt x="560963" y="310890"/>
                      <a:pt x="558120" y="312611"/>
                    </a:cubicBezTo>
                    <a:lnTo>
                      <a:pt x="547966" y="318764"/>
                    </a:lnTo>
                    <a:cubicBezTo>
                      <a:pt x="545070" y="320528"/>
                      <a:pt x="541749" y="321453"/>
                      <a:pt x="538354" y="321453"/>
                    </a:cubicBezTo>
                    <a:lnTo>
                      <a:pt x="55487" y="321453"/>
                    </a:lnTo>
                    <a:lnTo>
                      <a:pt x="54107" y="322293"/>
                    </a:lnTo>
                    <a:lnTo>
                      <a:pt x="47911" y="333855"/>
                    </a:lnTo>
                    <a:lnTo>
                      <a:pt x="40336" y="358265"/>
                    </a:lnTo>
                    <a:lnTo>
                      <a:pt x="33068" y="394099"/>
                    </a:lnTo>
                    <a:lnTo>
                      <a:pt x="27010" y="438063"/>
                    </a:lnTo>
                    <a:lnTo>
                      <a:pt x="22416" y="488797"/>
                    </a:lnTo>
                    <a:lnTo>
                      <a:pt x="19499" y="545003"/>
                    </a:lnTo>
                    <a:lnTo>
                      <a:pt x="18480" y="606034"/>
                    </a:lnTo>
                    <a:close/>
                  </a:path>
                </a:pathLst>
              </a:custGeom>
              <a:solidFill>
                <a:srgbClr val="000000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D9C30D83-C586-336B-39C9-DC40575EE3D2}"/>
                  </a:ext>
                </a:extLst>
              </p:cNvPr>
              <p:cNvSpPr/>
              <p:nvPr/>
            </p:nvSpPr>
            <p:spPr>
              <a:xfrm>
                <a:off x="7576048" y="3397118"/>
                <a:ext cx="1177673" cy="595420"/>
              </a:xfrm>
              <a:custGeom>
                <a:avLst/>
                <a:gdLst>
                  <a:gd name="csX0" fmla="*/ -87 w 1177673"/>
                  <a:gd name="csY0" fmla="*/ 595099 h 595420"/>
                  <a:gd name="csX1" fmla="*/ 921 w 1177673"/>
                  <a:gd name="csY1" fmla="*/ 535130 h 595420"/>
                  <a:gd name="csX2" fmla="*/ 3807 w 1177673"/>
                  <a:gd name="csY2" fmla="*/ 479275 h 595420"/>
                  <a:gd name="csX3" fmla="*/ 8369 w 1177673"/>
                  <a:gd name="csY3" fmla="*/ 428733 h 595420"/>
                  <a:gd name="csX4" fmla="*/ 14416 w 1177673"/>
                  <a:gd name="csY4" fmla="*/ 384694 h 595420"/>
                  <a:gd name="csX5" fmla="*/ 21737 w 1177673"/>
                  <a:gd name="csY5" fmla="*/ 348361 h 595420"/>
                  <a:gd name="csX6" fmla="*/ 30150 w 1177673"/>
                  <a:gd name="csY6" fmla="*/ 320922 h 595420"/>
                  <a:gd name="csX7" fmla="*/ 39445 w 1177673"/>
                  <a:gd name="csY7" fmla="*/ 303589 h 595420"/>
                  <a:gd name="csX8" fmla="*/ 49428 w 1177673"/>
                  <a:gd name="csY8" fmla="*/ 297542 h 595420"/>
                  <a:gd name="csX9" fmla="*/ 539234 w 1177673"/>
                  <a:gd name="csY9" fmla="*/ 297542 h 595420"/>
                  <a:gd name="csX10" fmla="*/ 549218 w 1177673"/>
                  <a:gd name="csY10" fmla="*/ 291495 h 595420"/>
                  <a:gd name="csX11" fmla="*/ 558512 w 1177673"/>
                  <a:gd name="csY11" fmla="*/ 274163 h 595420"/>
                  <a:gd name="csX12" fmla="*/ 566925 w 1177673"/>
                  <a:gd name="csY12" fmla="*/ 246724 h 595420"/>
                  <a:gd name="csX13" fmla="*/ 574246 w 1177673"/>
                  <a:gd name="csY13" fmla="*/ 210390 h 595420"/>
                  <a:gd name="csX14" fmla="*/ 580294 w 1177673"/>
                  <a:gd name="csY14" fmla="*/ 166352 h 595420"/>
                  <a:gd name="csX15" fmla="*/ 584856 w 1177673"/>
                  <a:gd name="csY15" fmla="*/ 115810 h 595420"/>
                  <a:gd name="csX16" fmla="*/ 587742 w 1177673"/>
                  <a:gd name="csY16" fmla="*/ 59954 h 595420"/>
                  <a:gd name="csX17" fmla="*/ 588750 w 1177673"/>
                  <a:gd name="csY17" fmla="*/ -14 h 595420"/>
                  <a:gd name="csX18" fmla="*/ 589757 w 1177673"/>
                  <a:gd name="csY18" fmla="*/ 59954 h 595420"/>
                  <a:gd name="csX19" fmla="*/ 592643 w 1177673"/>
                  <a:gd name="csY19" fmla="*/ 115810 h 595420"/>
                  <a:gd name="csX20" fmla="*/ 597205 w 1177673"/>
                  <a:gd name="csY20" fmla="*/ 166352 h 595420"/>
                  <a:gd name="csX21" fmla="*/ 603253 w 1177673"/>
                  <a:gd name="csY21" fmla="*/ 210390 h 595420"/>
                  <a:gd name="csX22" fmla="*/ 610574 w 1177673"/>
                  <a:gd name="csY22" fmla="*/ 246724 h 595420"/>
                  <a:gd name="csX23" fmla="*/ 618987 w 1177673"/>
                  <a:gd name="csY23" fmla="*/ 274163 h 595420"/>
                  <a:gd name="csX24" fmla="*/ 628281 w 1177673"/>
                  <a:gd name="csY24" fmla="*/ 291495 h 595420"/>
                  <a:gd name="csX25" fmla="*/ 638265 w 1177673"/>
                  <a:gd name="csY25" fmla="*/ 297542 h 595420"/>
                  <a:gd name="csX26" fmla="*/ 1128071 w 1177673"/>
                  <a:gd name="csY26" fmla="*/ 297542 h 595420"/>
                  <a:gd name="csX27" fmla="*/ 1138054 w 1177673"/>
                  <a:gd name="csY27" fmla="*/ 303589 h 595420"/>
                  <a:gd name="csX28" fmla="*/ 1147349 w 1177673"/>
                  <a:gd name="csY28" fmla="*/ 320922 h 595420"/>
                  <a:gd name="csX29" fmla="*/ 1155762 w 1177673"/>
                  <a:gd name="csY29" fmla="*/ 348361 h 595420"/>
                  <a:gd name="csX30" fmla="*/ 1163083 w 1177673"/>
                  <a:gd name="csY30" fmla="*/ 384694 h 595420"/>
                  <a:gd name="csX31" fmla="*/ 1169130 w 1177673"/>
                  <a:gd name="csY31" fmla="*/ 428733 h 595420"/>
                  <a:gd name="csX32" fmla="*/ 1173692 w 1177673"/>
                  <a:gd name="csY32" fmla="*/ 479275 h 595420"/>
                  <a:gd name="csX33" fmla="*/ 1176579 w 1177673"/>
                  <a:gd name="csY33" fmla="*/ 535130 h 595420"/>
                  <a:gd name="csX34" fmla="*/ 1177586 w 1177673"/>
                  <a:gd name="csY34" fmla="*/ 595099 h 595420"/>
                  <a:gd name="csX35" fmla="*/ 1159019 w 1177673"/>
                  <a:gd name="csY35" fmla="*/ 595407 h 595420"/>
                  <a:gd name="csX36" fmla="*/ 1158043 w 1177673"/>
                  <a:gd name="csY36" fmla="*/ 536087 h 595420"/>
                  <a:gd name="csX37" fmla="*/ 1155200 w 1177673"/>
                  <a:gd name="csY37" fmla="*/ 480954 h 595420"/>
                  <a:gd name="csX38" fmla="*/ 1150733 w 1177673"/>
                  <a:gd name="csY38" fmla="*/ 431262 h 595420"/>
                  <a:gd name="csX39" fmla="*/ 1144887 w 1177673"/>
                  <a:gd name="csY39" fmla="*/ 388382 h 595420"/>
                  <a:gd name="csX40" fmla="*/ 1138012 w 1177673"/>
                  <a:gd name="csY40" fmla="*/ 353823 h 595420"/>
                  <a:gd name="csX41" fmla="*/ 1130129 w 1177673"/>
                  <a:gd name="csY41" fmla="*/ 328127 h 595420"/>
                  <a:gd name="csX42" fmla="*/ 1124103 w 1177673"/>
                  <a:gd name="csY42" fmla="*/ 316862 h 595420"/>
                  <a:gd name="csX43" fmla="*/ 1122893 w 1177673"/>
                  <a:gd name="csY43" fmla="*/ 316140 h 595420"/>
                  <a:gd name="csX44" fmla="*/ 638265 w 1177673"/>
                  <a:gd name="csY44" fmla="*/ 316140 h 595420"/>
                  <a:gd name="csX45" fmla="*/ 628652 w 1177673"/>
                  <a:gd name="csY45" fmla="*/ 313451 h 595420"/>
                  <a:gd name="csX46" fmla="*/ 618669 w 1177673"/>
                  <a:gd name="csY46" fmla="*/ 307415 h 595420"/>
                  <a:gd name="csX47" fmla="*/ 611921 w 1177673"/>
                  <a:gd name="csY47" fmla="*/ 300295 h 595420"/>
                  <a:gd name="csX48" fmla="*/ 602627 w 1177673"/>
                  <a:gd name="csY48" fmla="*/ 282952 h 595420"/>
                  <a:gd name="csX49" fmla="*/ 601237 w 1177673"/>
                  <a:gd name="csY49" fmla="*/ 279614 h 595420"/>
                  <a:gd name="csX50" fmla="*/ 592378 w 1177673"/>
                  <a:gd name="csY50" fmla="*/ 250411 h 595420"/>
                  <a:gd name="csX51" fmla="*/ 584856 w 1177673"/>
                  <a:gd name="csY51" fmla="*/ 212919 h 595420"/>
                  <a:gd name="csX52" fmla="*/ 578713 w 1177673"/>
                  <a:gd name="csY52" fmla="*/ 168031 h 595420"/>
                  <a:gd name="csX53" fmla="*/ 574098 w 1177673"/>
                  <a:gd name="csY53" fmla="*/ 116766 h 595420"/>
                  <a:gd name="csX54" fmla="*/ 571190 w 1177673"/>
                  <a:gd name="csY54" fmla="*/ 60262 h 595420"/>
                  <a:gd name="csX55" fmla="*/ 570183 w 1177673"/>
                  <a:gd name="csY55" fmla="*/ 294 h 595420"/>
                  <a:gd name="csX56" fmla="*/ 607316 w 1177673"/>
                  <a:gd name="csY56" fmla="*/ 294 h 595420"/>
                  <a:gd name="csX57" fmla="*/ 606288 w 1177673"/>
                  <a:gd name="csY57" fmla="*/ 60911 h 595420"/>
                  <a:gd name="csX58" fmla="*/ 603348 w 1177673"/>
                  <a:gd name="csY58" fmla="*/ 117489 h 595420"/>
                  <a:gd name="csX59" fmla="*/ 598691 w 1177673"/>
                  <a:gd name="csY59" fmla="*/ 168881 h 595420"/>
                  <a:gd name="csX60" fmla="*/ 592452 w 1177673"/>
                  <a:gd name="csY60" fmla="*/ 214067 h 595420"/>
                  <a:gd name="csX61" fmla="*/ 584665 w 1177673"/>
                  <a:gd name="csY61" fmla="*/ 252186 h 595420"/>
                  <a:gd name="csX62" fmla="*/ 576262 w 1177673"/>
                  <a:gd name="csY62" fmla="*/ 279614 h 595420"/>
                  <a:gd name="csX63" fmla="*/ 574872 w 1177673"/>
                  <a:gd name="csY63" fmla="*/ 282952 h 595420"/>
                  <a:gd name="csX64" fmla="*/ 565578 w 1177673"/>
                  <a:gd name="csY64" fmla="*/ 300295 h 595420"/>
                  <a:gd name="csX65" fmla="*/ 558830 w 1177673"/>
                  <a:gd name="csY65" fmla="*/ 307415 h 595420"/>
                  <a:gd name="csX66" fmla="*/ 548847 w 1177673"/>
                  <a:gd name="csY66" fmla="*/ 313451 h 595420"/>
                  <a:gd name="csX67" fmla="*/ 539234 w 1177673"/>
                  <a:gd name="csY67" fmla="*/ 316140 h 595420"/>
                  <a:gd name="csX68" fmla="*/ 54606 w 1177673"/>
                  <a:gd name="csY68" fmla="*/ 316140 h 595420"/>
                  <a:gd name="csX69" fmla="*/ 53397 w 1177673"/>
                  <a:gd name="csY69" fmla="*/ 316862 h 595420"/>
                  <a:gd name="csX70" fmla="*/ 47370 w 1177673"/>
                  <a:gd name="csY70" fmla="*/ 328127 h 595420"/>
                  <a:gd name="csX71" fmla="*/ 39943 w 1177673"/>
                  <a:gd name="csY71" fmla="*/ 352037 h 595420"/>
                  <a:gd name="csX72" fmla="*/ 32803 w 1177673"/>
                  <a:gd name="csY72" fmla="*/ 387224 h 595420"/>
                  <a:gd name="csX73" fmla="*/ 26861 w 1177673"/>
                  <a:gd name="csY73" fmla="*/ 430412 h 595420"/>
                  <a:gd name="csX74" fmla="*/ 22342 w 1177673"/>
                  <a:gd name="csY74" fmla="*/ 480242 h 595420"/>
                  <a:gd name="csX75" fmla="*/ 19488 w 1177673"/>
                  <a:gd name="csY75" fmla="*/ 535438 h 595420"/>
                  <a:gd name="csX76" fmla="*/ 18480 w 1177673"/>
                  <a:gd name="csY76" fmla="*/ 595407 h 5954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</a:cxnLst>
                <a:rect l="l" t="t" r="r" b="b"/>
                <a:pathLst>
                  <a:path w="1177673" h="595420">
                    <a:moveTo>
                      <a:pt x="-87" y="595099"/>
                    </a:moveTo>
                    <a:lnTo>
                      <a:pt x="921" y="535130"/>
                    </a:lnTo>
                    <a:lnTo>
                      <a:pt x="3807" y="479275"/>
                    </a:lnTo>
                    <a:lnTo>
                      <a:pt x="8369" y="428733"/>
                    </a:lnTo>
                    <a:lnTo>
                      <a:pt x="14416" y="384694"/>
                    </a:lnTo>
                    <a:lnTo>
                      <a:pt x="21737" y="348361"/>
                    </a:lnTo>
                    <a:lnTo>
                      <a:pt x="30150" y="320922"/>
                    </a:lnTo>
                    <a:lnTo>
                      <a:pt x="39445" y="303589"/>
                    </a:lnTo>
                    <a:lnTo>
                      <a:pt x="49428" y="297542"/>
                    </a:lnTo>
                    <a:lnTo>
                      <a:pt x="539234" y="297542"/>
                    </a:lnTo>
                    <a:lnTo>
                      <a:pt x="549218" y="291495"/>
                    </a:lnTo>
                    <a:lnTo>
                      <a:pt x="558512" y="274163"/>
                    </a:lnTo>
                    <a:lnTo>
                      <a:pt x="566925" y="246724"/>
                    </a:lnTo>
                    <a:lnTo>
                      <a:pt x="574246" y="210390"/>
                    </a:lnTo>
                    <a:lnTo>
                      <a:pt x="580294" y="166352"/>
                    </a:lnTo>
                    <a:lnTo>
                      <a:pt x="584856" y="115810"/>
                    </a:lnTo>
                    <a:lnTo>
                      <a:pt x="587742" y="59954"/>
                    </a:lnTo>
                    <a:lnTo>
                      <a:pt x="588750" y="-14"/>
                    </a:lnTo>
                    <a:lnTo>
                      <a:pt x="589757" y="59954"/>
                    </a:lnTo>
                    <a:lnTo>
                      <a:pt x="592643" y="115810"/>
                    </a:lnTo>
                    <a:lnTo>
                      <a:pt x="597205" y="166352"/>
                    </a:lnTo>
                    <a:lnTo>
                      <a:pt x="603253" y="210390"/>
                    </a:lnTo>
                    <a:lnTo>
                      <a:pt x="610574" y="246724"/>
                    </a:lnTo>
                    <a:lnTo>
                      <a:pt x="618987" y="274163"/>
                    </a:lnTo>
                    <a:lnTo>
                      <a:pt x="628281" y="291495"/>
                    </a:lnTo>
                    <a:lnTo>
                      <a:pt x="638265" y="297542"/>
                    </a:lnTo>
                    <a:lnTo>
                      <a:pt x="1128071" y="297542"/>
                    </a:lnTo>
                    <a:lnTo>
                      <a:pt x="1138054" y="303589"/>
                    </a:lnTo>
                    <a:lnTo>
                      <a:pt x="1147349" y="320922"/>
                    </a:lnTo>
                    <a:lnTo>
                      <a:pt x="1155762" y="348361"/>
                    </a:lnTo>
                    <a:lnTo>
                      <a:pt x="1163083" y="384694"/>
                    </a:lnTo>
                    <a:lnTo>
                      <a:pt x="1169130" y="428733"/>
                    </a:lnTo>
                    <a:lnTo>
                      <a:pt x="1173692" y="479275"/>
                    </a:lnTo>
                    <a:lnTo>
                      <a:pt x="1176579" y="535130"/>
                    </a:lnTo>
                    <a:lnTo>
                      <a:pt x="1177586" y="595099"/>
                    </a:lnTo>
                    <a:lnTo>
                      <a:pt x="1159019" y="595407"/>
                    </a:lnTo>
                    <a:lnTo>
                      <a:pt x="1158043" y="536087"/>
                    </a:lnTo>
                    <a:lnTo>
                      <a:pt x="1155200" y="480954"/>
                    </a:lnTo>
                    <a:lnTo>
                      <a:pt x="1150733" y="431262"/>
                    </a:lnTo>
                    <a:lnTo>
                      <a:pt x="1144887" y="388382"/>
                    </a:lnTo>
                    <a:lnTo>
                      <a:pt x="1138012" y="353823"/>
                    </a:lnTo>
                    <a:lnTo>
                      <a:pt x="1130129" y="328127"/>
                    </a:lnTo>
                    <a:lnTo>
                      <a:pt x="1124103" y="316862"/>
                    </a:lnTo>
                    <a:lnTo>
                      <a:pt x="1122893" y="316140"/>
                    </a:lnTo>
                    <a:lnTo>
                      <a:pt x="638265" y="316140"/>
                    </a:lnTo>
                    <a:cubicBezTo>
                      <a:pt x="634870" y="316140"/>
                      <a:pt x="631549" y="315215"/>
                      <a:pt x="628652" y="313451"/>
                    </a:cubicBezTo>
                    <a:lnTo>
                      <a:pt x="618669" y="307415"/>
                    </a:lnTo>
                    <a:cubicBezTo>
                      <a:pt x="615825" y="305682"/>
                      <a:pt x="613491" y="303228"/>
                      <a:pt x="611921" y="300295"/>
                    </a:cubicBezTo>
                    <a:lnTo>
                      <a:pt x="602627" y="282952"/>
                    </a:lnTo>
                    <a:cubicBezTo>
                      <a:pt x="602065" y="281889"/>
                      <a:pt x="601598" y="280773"/>
                      <a:pt x="601237" y="279614"/>
                    </a:cubicBezTo>
                    <a:lnTo>
                      <a:pt x="592378" y="250411"/>
                    </a:lnTo>
                    <a:lnTo>
                      <a:pt x="584856" y="212919"/>
                    </a:lnTo>
                    <a:lnTo>
                      <a:pt x="578713" y="168031"/>
                    </a:lnTo>
                    <a:lnTo>
                      <a:pt x="574098" y="116766"/>
                    </a:lnTo>
                    <a:lnTo>
                      <a:pt x="571190" y="60262"/>
                    </a:lnTo>
                    <a:lnTo>
                      <a:pt x="570183" y="294"/>
                    </a:lnTo>
                    <a:lnTo>
                      <a:pt x="607316" y="294"/>
                    </a:lnTo>
                    <a:lnTo>
                      <a:pt x="606288" y="60911"/>
                    </a:lnTo>
                    <a:lnTo>
                      <a:pt x="603348" y="117489"/>
                    </a:lnTo>
                    <a:lnTo>
                      <a:pt x="598691" y="168881"/>
                    </a:lnTo>
                    <a:lnTo>
                      <a:pt x="592452" y="214067"/>
                    </a:lnTo>
                    <a:lnTo>
                      <a:pt x="584665" y="252186"/>
                    </a:lnTo>
                    <a:lnTo>
                      <a:pt x="576262" y="279614"/>
                    </a:lnTo>
                    <a:cubicBezTo>
                      <a:pt x="575901" y="280773"/>
                      <a:pt x="575434" y="281889"/>
                      <a:pt x="574872" y="282952"/>
                    </a:cubicBezTo>
                    <a:lnTo>
                      <a:pt x="565578" y="300295"/>
                    </a:lnTo>
                    <a:cubicBezTo>
                      <a:pt x="564008" y="303228"/>
                      <a:pt x="561674" y="305682"/>
                      <a:pt x="558830" y="307415"/>
                    </a:cubicBezTo>
                    <a:lnTo>
                      <a:pt x="548847" y="313451"/>
                    </a:lnTo>
                    <a:cubicBezTo>
                      <a:pt x="545950" y="315215"/>
                      <a:pt x="542629" y="316140"/>
                      <a:pt x="539234" y="316140"/>
                    </a:cubicBezTo>
                    <a:lnTo>
                      <a:pt x="54606" y="316140"/>
                    </a:lnTo>
                    <a:lnTo>
                      <a:pt x="53397" y="316862"/>
                    </a:lnTo>
                    <a:lnTo>
                      <a:pt x="47370" y="328127"/>
                    </a:lnTo>
                    <a:lnTo>
                      <a:pt x="39943" y="352037"/>
                    </a:lnTo>
                    <a:lnTo>
                      <a:pt x="32803" y="387224"/>
                    </a:lnTo>
                    <a:lnTo>
                      <a:pt x="26861" y="430412"/>
                    </a:lnTo>
                    <a:lnTo>
                      <a:pt x="22342" y="480242"/>
                    </a:lnTo>
                    <a:lnTo>
                      <a:pt x="19488" y="535438"/>
                    </a:lnTo>
                    <a:lnTo>
                      <a:pt x="18480" y="595407"/>
                    </a:lnTo>
                    <a:close/>
                  </a:path>
                </a:pathLst>
              </a:custGeom>
              <a:solidFill>
                <a:srgbClr val="000000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DDA299E-19CF-D815-7A6E-59A1A63CD8FC}"/>
                  </a:ext>
                </a:extLst>
              </p:cNvPr>
              <p:cNvSpPr txBox="1"/>
              <p:nvPr/>
            </p:nvSpPr>
            <p:spPr>
              <a:xfrm>
                <a:off x="3622697" y="2558458"/>
                <a:ext cx="386644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F1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5D201A-AF73-C9DC-6538-44FABB5C9367}"/>
                  </a:ext>
                </a:extLst>
              </p:cNvPr>
              <p:cNvSpPr txBox="1"/>
              <p:nvPr/>
            </p:nvSpPr>
            <p:spPr>
              <a:xfrm>
                <a:off x="2812308" y="2766356"/>
                <a:ext cx="2137125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20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common garden experiment 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BD973B0-F5D7-09E5-1580-EC1AAAFCAB9C}"/>
                  </a:ext>
                </a:extLst>
              </p:cNvPr>
              <p:cNvSpPr txBox="1"/>
              <p:nvPr/>
            </p:nvSpPr>
            <p:spPr>
              <a:xfrm>
                <a:off x="3021500" y="2986503"/>
                <a:ext cx="1718740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(Klein &amp; Mitchell 2024)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748443D-E656-DB19-638F-7A41C8BFEA0D}"/>
                  </a:ext>
                </a:extLst>
              </p:cNvPr>
              <p:cNvSpPr txBox="1"/>
              <p:nvPr/>
            </p:nvSpPr>
            <p:spPr>
              <a:xfrm>
                <a:off x="3588801" y="4084531"/>
                <a:ext cx="386644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350" b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88AD3DB-D078-F31B-D2B3-19C407C49B54}"/>
                  </a:ext>
                </a:extLst>
              </p:cNvPr>
              <p:cNvSpPr txBox="1"/>
              <p:nvPr/>
            </p:nvSpPr>
            <p:spPr>
              <a:xfrm>
                <a:off x="2912155" y="4296545"/>
                <a:ext cx="1837362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greenhouse experiment 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1B61ABC-DC91-0D5B-F418-2F1F99481C65}"/>
                  </a:ext>
                </a:extLst>
              </p:cNvPr>
              <p:cNvSpPr txBox="1"/>
              <p:nvPr/>
            </p:nvSpPr>
            <p:spPr>
              <a:xfrm>
                <a:off x="3050584" y="1263357"/>
                <a:ext cx="1590500" cy="4616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20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wild-collected seed</a:t>
                </a:r>
              </a:p>
              <a:p>
                <a:pPr algn="ctr"/>
                <a:r>
                  <a:rPr lang="en-US" sz="120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(detailed in Figure 2)</a:t>
                </a:r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F406AF9-A3E0-08D8-277A-EBBB71B07466}"/>
                  </a:ext>
                </a:extLst>
              </p:cNvPr>
              <p:cNvSpPr/>
              <p:nvPr/>
            </p:nvSpPr>
            <p:spPr>
              <a:xfrm>
                <a:off x="5963379" y="1941218"/>
                <a:ext cx="2238639" cy="606047"/>
              </a:xfrm>
              <a:custGeom>
                <a:avLst/>
                <a:gdLst>
                  <a:gd name="csX0" fmla="*/ -87 w 2238639"/>
                  <a:gd name="csY0" fmla="*/ 605726 h 606047"/>
                  <a:gd name="csX1" fmla="*/ 932 w 2238639"/>
                  <a:gd name="csY1" fmla="*/ 544684 h 606047"/>
                  <a:gd name="csX2" fmla="*/ 3870 w 2238639"/>
                  <a:gd name="csY2" fmla="*/ 487840 h 606047"/>
                  <a:gd name="csX3" fmla="*/ 8517 w 2238639"/>
                  <a:gd name="csY3" fmla="*/ 436384 h 606047"/>
                  <a:gd name="csX4" fmla="*/ 14671 w 2238639"/>
                  <a:gd name="csY4" fmla="*/ 391559 h 606047"/>
                  <a:gd name="csX5" fmla="*/ 22130 w 2238639"/>
                  <a:gd name="csY5" fmla="*/ 354577 h 606047"/>
                  <a:gd name="csX6" fmla="*/ 30692 w 2238639"/>
                  <a:gd name="csY6" fmla="*/ 326660 h 606047"/>
                  <a:gd name="csX7" fmla="*/ 40155 w 2238639"/>
                  <a:gd name="csY7" fmla="*/ 309009 h 606047"/>
                  <a:gd name="csX8" fmla="*/ 50309 w 2238639"/>
                  <a:gd name="csY8" fmla="*/ 302856 h 606047"/>
                  <a:gd name="csX9" fmla="*/ 1068837 w 2238639"/>
                  <a:gd name="csY9" fmla="*/ 302856 h 606047"/>
                  <a:gd name="csX10" fmla="*/ 1078990 w 2238639"/>
                  <a:gd name="csY10" fmla="*/ 296703 h 606047"/>
                  <a:gd name="csX11" fmla="*/ 1088454 w 2238639"/>
                  <a:gd name="csY11" fmla="*/ 279051 h 606047"/>
                  <a:gd name="csX12" fmla="*/ 1097016 w 2238639"/>
                  <a:gd name="csY12" fmla="*/ 251134 h 606047"/>
                  <a:gd name="csX13" fmla="*/ 1104475 w 2238639"/>
                  <a:gd name="csY13" fmla="*/ 214152 h 606047"/>
                  <a:gd name="csX14" fmla="*/ 1110628 w 2238639"/>
                  <a:gd name="csY14" fmla="*/ 169327 h 606047"/>
                  <a:gd name="csX15" fmla="*/ 1115276 w 2238639"/>
                  <a:gd name="csY15" fmla="*/ 117871 h 606047"/>
                  <a:gd name="csX16" fmla="*/ 1118214 w 2238639"/>
                  <a:gd name="csY16" fmla="*/ 61028 h 606047"/>
                  <a:gd name="csX17" fmla="*/ 1119233 w 2238639"/>
                  <a:gd name="csY17" fmla="*/ -14 h 606047"/>
                  <a:gd name="csX18" fmla="*/ 1120252 w 2238639"/>
                  <a:gd name="csY18" fmla="*/ 61028 h 606047"/>
                  <a:gd name="csX19" fmla="*/ 1123190 w 2238639"/>
                  <a:gd name="csY19" fmla="*/ 117871 h 606047"/>
                  <a:gd name="csX20" fmla="*/ 1127837 w 2238639"/>
                  <a:gd name="csY20" fmla="*/ 169327 h 606047"/>
                  <a:gd name="csX21" fmla="*/ 1133991 w 2238639"/>
                  <a:gd name="csY21" fmla="*/ 214152 h 606047"/>
                  <a:gd name="csX22" fmla="*/ 1141450 w 2238639"/>
                  <a:gd name="csY22" fmla="*/ 251134 h 606047"/>
                  <a:gd name="csX23" fmla="*/ 1150012 w 2238639"/>
                  <a:gd name="csY23" fmla="*/ 279051 h 606047"/>
                  <a:gd name="csX24" fmla="*/ 1159475 w 2238639"/>
                  <a:gd name="csY24" fmla="*/ 296703 h 606047"/>
                  <a:gd name="csX25" fmla="*/ 1169629 w 2238639"/>
                  <a:gd name="csY25" fmla="*/ 302856 h 606047"/>
                  <a:gd name="csX26" fmla="*/ 2188157 w 2238639"/>
                  <a:gd name="csY26" fmla="*/ 302856 h 606047"/>
                  <a:gd name="csX27" fmla="*/ 2198310 w 2238639"/>
                  <a:gd name="csY27" fmla="*/ 309009 h 606047"/>
                  <a:gd name="csX28" fmla="*/ 2207774 w 2238639"/>
                  <a:gd name="csY28" fmla="*/ 326660 h 606047"/>
                  <a:gd name="csX29" fmla="*/ 2216336 w 2238639"/>
                  <a:gd name="csY29" fmla="*/ 354577 h 606047"/>
                  <a:gd name="csX30" fmla="*/ 2223795 w 2238639"/>
                  <a:gd name="csY30" fmla="*/ 391559 h 606047"/>
                  <a:gd name="csX31" fmla="*/ 2229949 w 2238639"/>
                  <a:gd name="csY31" fmla="*/ 436384 h 606047"/>
                  <a:gd name="csX32" fmla="*/ 2234596 w 2238639"/>
                  <a:gd name="csY32" fmla="*/ 487840 h 606047"/>
                  <a:gd name="csX33" fmla="*/ 2237534 w 2238639"/>
                  <a:gd name="csY33" fmla="*/ 544684 h 606047"/>
                  <a:gd name="csX34" fmla="*/ 2238553 w 2238639"/>
                  <a:gd name="csY34" fmla="*/ 605726 h 606047"/>
                  <a:gd name="csX35" fmla="*/ 2219986 w 2238639"/>
                  <a:gd name="csY35" fmla="*/ 606034 h 606047"/>
                  <a:gd name="csX36" fmla="*/ 2218989 w 2238639"/>
                  <a:gd name="csY36" fmla="*/ 545651 h 606047"/>
                  <a:gd name="csX37" fmla="*/ 2216103 w 2238639"/>
                  <a:gd name="csY37" fmla="*/ 489508 h 606047"/>
                  <a:gd name="csX38" fmla="*/ 2211551 w 2238639"/>
                  <a:gd name="csY38" fmla="*/ 438924 h 606047"/>
                  <a:gd name="csX39" fmla="*/ 2205589 w 2238639"/>
                  <a:gd name="csY39" fmla="*/ 395247 h 606047"/>
                  <a:gd name="csX40" fmla="*/ 2198586 w 2238639"/>
                  <a:gd name="csY40" fmla="*/ 360040 h 606047"/>
                  <a:gd name="csX41" fmla="*/ 2190555 w 2238639"/>
                  <a:gd name="csY41" fmla="*/ 333855 h 606047"/>
                  <a:gd name="csX42" fmla="*/ 2184359 w 2238639"/>
                  <a:gd name="csY42" fmla="*/ 322293 h 606047"/>
                  <a:gd name="csX43" fmla="*/ 2182980 w 2238639"/>
                  <a:gd name="csY43" fmla="*/ 321453 h 606047"/>
                  <a:gd name="csX44" fmla="*/ 1169629 w 2238639"/>
                  <a:gd name="csY44" fmla="*/ 321453 h 606047"/>
                  <a:gd name="csX45" fmla="*/ 1160016 w 2238639"/>
                  <a:gd name="csY45" fmla="*/ 318764 h 606047"/>
                  <a:gd name="csX46" fmla="*/ 1149863 w 2238639"/>
                  <a:gd name="csY46" fmla="*/ 312611 h 606047"/>
                  <a:gd name="csX47" fmla="*/ 1143115 w 2238639"/>
                  <a:gd name="csY47" fmla="*/ 305502 h 606047"/>
                  <a:gd name="csX48" fmla="*/ 1133652 w 2238639"/>
                  <a:gd name="csY48" fmla="*/ 287850 h 606047"/>
                  <a:gd name="csX49" fmla="*/ 1132262 w 2238639"/>
                  <a:gd name="csY49" fmla="*/ 284514 h 606047"/>
                  <a:gd name="csX50" fmla="*/ 1123254 w 2238639"/>
                  <a:gd name="csY50" fmla="*/ 254811 h 606047"/>
                  <a:gd name="csX51" fmla="*/ 1115604 w 2238639"/>
                  <a:gd name="csY51" fmla="*/ 216681 h 606047"/>
                  <a:gd name="csX52" fmla="*/ 1109345 w 2238639"/>
                  <a:gd name="csY52" fmla="*/ 170996 h 606047"/>
                  <a:gd name="csX53" fmla="*/ 1104655 w 2238639"/>
                  <a:gd name="csY53" fmla="*/ 118838 h 606047"/>
                  <a:gd name="csX54" fmla="*/ 1101695 w 2238639"/>
                  <a:gd name="csY54" fmla="*/ 61336 h 606047"/>
                  <a:gd name="csX55" fmla="*/ 1100666 w 2238639"/>
                  <a:gd name="csY55" fmla="*/ 294 h 606047"/>
                  <a:gd name="csX56" fmla="*/ 1137800 w 2238639"/>
                  <a:gd name="csY56" fmla="*/ 294 h 606047"/>
                  <a:gd name="csX57" fmla="*/ 1136750 w 2238639"/>
                  <a:gd name="csY57" fmla="*/ 61984 h 606047"/>
                  <a:gd name="csX58" fmla="*/ 1133768 w 2238639"/>
                  <a:gd name="csY58" fmla="*/ 119550 h 606047"/>
                  <a:gd name="csX59" fmla="*/ 1129015 w 2238639"/>
                  <a:gd name="csY59" fmla="*/ 171857 h 606047"/>
                  <a:gd name="csX60" fmla="*/ 1122671 w 2238639"/>
                  <a:gd name="csY60" fmla="*/ 217829 h 606047"/>
                  <a:gd name="csX61" fmla="*/ 1114766 w 2238639"/>
                  <a:gd name="csY61" fmla="*/ 256586 h 606047"/>
                  <a:gd name="csX62" fmla="*/ 1106204 w 2238639"/>
                  <a:gd name="csY62" fmla="*/ 284514 h 606047"/>
                  <a:gd name="csX63" fmla="*/ 1104814 w 2238639"/>
                  <a:gd name="csY63" fmla="*/ 287850 h 606047"/>
                  <a:gd name="csX64" fmla="*/ 1095351 w 2238639"/>
                  <a:gd name="csY64" fmla="*/ 305502 h 606047"/>
                  <a:gd name="csX65" fmla="*/ 1088603 w 2238639"/>
                  <a:gd name="csY65" fmla="*/ 312611 h 606047"/>
                  <a:gd name="csX66" fmla="*/ 1078449 w 2238639"/>
                  <a:gd name="csY66" fmla="*/ 318764 h 606047"/>
                  <a:gd name="csX67" fmla="*/ 1068837 w 2238639"/>
                  <a:gd name="csY67" fmla="*/ 321453 h 606047"/>
                  <a:gd name="csX68" fmla="*/ 55487 w 2238639"/>
                  <a:gd name="csY68" fmla="*/ 321453 h 606047"/>
                  <a:gd name="csX69" fmla="*/ 54107 w 2238639"/>
                  <a:gd name="csY69" fmla="*/ 322293 h 606047"/>
                  <a:gd name="csX70" fmla="*/ 47911 w 2238639"/>
                  <a:gd name="csY70" fmla="*/ 333855 h 606047"/>
                  <a:gd name="csX71" fmla="*/ 40325 w 2238639"/>
                  <a:gd name="csY71" fmla="*/ 358265 h 606047"/>
                  <a:gd name="csX72" fmla="*/ 33068 w 2238639"/>
                  <a:gd name="csY72" fmla="*/ 394099 h 606047"/>
                  <a:gd name="csX73" fmla="*/ 27010 w 2238639"/>
                  <a:gd name="csY73" fmla="*/ 438063 h 606047"/>
                  <a:gd name="csX74" fmla="*/ 22416 w 2238639"/>
                  <a:gd name="csY74" fmla="*/ 488796 h 606047"/>
                  <a:gd name="csX75" fmla="*/ 19499 w 2238639"/>
                  <a:gd name="csY75" fmla="*/ 545003 h 606047"/>
                  <a:gd name="csX76" fmla="*/ 18480 w 2238639"/>
                  <a:gd name="csY76" fmla="*/ 606034 h 6060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</a:cxnLst>
                <a:rect l="l" t="t" r="r" b="b"/>
                <a:pathLst>
                  <a:path w="2238639" h="606047">
                    <a:moveTo>
                      <a:pt x="-87" y="605726"/>
                    </a:moveTo>
                    <a:lnTo>
                      <a:pt x="932" y="544684"/>
                    </a:lnTo>
                    <a:lnTo>
                      <a:pt x="3870" y="487840"/>
                    </a:lnTo>
                    <a:lnTo>
                      <a:pt x="8517" y="436384"/>
                    </a:lnTo>
                    <a:lnTo>
                      <a:pt x="14671" y="391559"/>
                    </a:lnTo>
                    <a:lnTo>
                      <a:pt x="22130" y="354577"/>
                    </a:lnTo>
                    <a:lnTo>
                      <a:pt x="30692" y="326660"/>
                    </a:lnTo>
                    <a:lnTo>
                      <a:pt x="40155" y="309009"/>
                    </a:lnTo>
                    <a:lnTo>
                      <a:pt x="50309" y="302856"/>
                    </a:lnTo>
                    <a:lnTo>
                      <a:pt x="1068837" y="302856"/>
                    </a:lnTo>
                    <a:lnTo>
                      <a:pt x="1078990" y="296703"/>
                    </a:lnTo>
                    <a:lnTo>
                      <a:pt x="1088454" y="279051"/>
                    </a:lnTo>
                    <a:lnTo>
                      <a:pt x="1097016" y="251134"/>
                    </a:lnTo>
                    <a:lnTo>
                      <a:pt x="1104475" y="214152"/>
                    </a:lnTo>
                    <a:lnTo>
                      <a:pt x="1110628" y="169327"/>
                    </a:lnTo>
                    <a:lnTo>
                      <a:pt x="1115276" y="117871"/>
                    </a:lnTo>
                    <a:lnTo>
                      <a:pt x="1118214" y="61028"/>
                    </a:lnTo>
                    <a:lnTo>
                      <a:pt x="1119233" y="-14"/>
                    </a:lnTo>
                    <a:lnTo>
                      <a:pt x="1120252" y="61028"/>
                    </a:lnTo>
                    <a:lnTo>
                      <a:pt x="1123190" y="117871"/>
                    </a:lnTo>
                    <a:lnTo>
                      <a:pt x="1127837" y="169327"/>
                    </a:lnTo>
                    <a:lnTo>
                      <a:pt x="1133991" y="214152"/>
                    </a:lnTo>
                    <a:lnTo>
                      <a:pt x="1141450" y="251134"/>
                    </a:lnTo>
                    <a:lnTo>
                      <a:pt x="1150012" y="279051"/>
                    </a:lnTo>
                    <a:lnTo>
                      <a:pt x="1159475" y="296703"/>
                    </a:lnTo>
                    <a:lnTo>
                      <a:pt x="1169629" y="302856"/>
                    </a:lnTo>
                    <a:lnTo>
                      <a:pt x="2188157" y="302856"/>
                    </a:lnTo>
                    <a:lnTo>
                      <a:pt x="2198310" y="309009"/>
                    </a:lnTo>
                    <a:lnTo>
                      <a:pt x="2207774" y="326660"/>
                    </a:lnTo>
                    <a:lnTo>
                      <a:pt x="2216336" y="354577"/>
                    </a:lnTo>
                    <a:lnTo>
                      <a:pt x="2223795" y="391559"/>
                    </a:lnTo>
                    <a:lnTo>
                      <a:pt x="2229949" y="436384"/>
                    </a:lnTo>
                    <a:lnTo>
                      <a:pt x="2234596" y="487840"/>
                    </a:lnTo>
                    <a:lnTo>
                      <a:pt x="2237534" y="544684"/>
                    </a:lnTo>
                    <a:lnTo>
                      <a:pt x="2238553" y="605726"/>
                    </a:lnTo>
                    <a:lnTo>
                      <a:pt x="2219986" y="606034"/>
                    </a:lnTo>
                    <a:lnTo>
                      <a:pt x="2218989" y="545651"/>
                    </a:lnTo>
                    <a:lnTo>
                      <a:pt x="2216103" y="489508"/>
                    </a:lnTo>
                    <a:lnTo>
                      <a:pt x="2211551" y="438924"/>
                    </a:lnTo>
                    <a:lnTo>
                      <a:pt x="2205589" y="395247"/>
                    </a:lnTo>
                    <a:lnTo>
                      <a:pt x="2198586" y="360040"/>
                    </a:lnTo>
                    <a:lnTo>
                      <a:pt x="2190555" y="333855"/>
                    </a:lnTo>
                    <a:lnTo>
                      <a:pt x="2184359" y="322293"/>
                    </a:lnTo>
                    <a:lnTo>
                      <a:pt x="2182980" y="321453"/>
                    </a:lnTo>
                    <a:lnTo>
                      <a:pt x="1169629" y="321453"/>
                    </a:lnTo>
                    <a:cubicBezTo>
                      <a:pt x="1166244" y="321453"/>
                      <a:pt x="1162913" y="320528"/>
                      <a:pt x="1160016" y="318764"/>
                    </a:cubicBezTo>
                    <a:lnTo>
                      <a:pt x="1149863" y="312611"/>
                    </a:lnTo>
                    <a:cubicBezTo>
                      <a:pt x="1147020" y="310890"/>
                      <a:pt x="1144685" y="308435"/>
                      <a:pt x="1143115" y="305502"/>
                    </a:cubicBezTo>
                    <a:lnTo>
                      <a:pt x="1133652" y="287850"/>
                    </a:lnTo>
                    <a:cubicBezTo>
                      <a:pt x="1133078" y="286788"/>
                      <a:pt x="1132612" y="285672"/>
                      <a:pt x="1132262" y="284514"/>
                    </a:cubicBezTo>
                    <a:lnTo>
                      <a:pt x="1123254" y="254811"/>
                    </a:lnTo>
                    <a:lnTo>
                      <a:pt x="1115604" y="216681"/>
                    </a:lnTo>
                    <a:lnTo>
                      <a:pt x="1109345" y="170996"/>
                    </a:lnTo>
                    <a:lnTo>
                      <a:pt x="1104655" y="118838"/>
                    </a:lnTo>
                    <a:lnTo>
                      <a:pt x="1101695" y="61336"/>
                    </a:lnTo>
                    <a:lnTo>
                      <a:pt x="1100666" y="294"/>
                    </a:lnTo>
                    <a:lnTo>
                      <a:pt x="1137800" y="294"/>
                    </a:lnTo>
                    <a:lnTo>
                      <a:pt x="1136750" y="61984"/>
                    </a:lnTo>
                    <a:lnTo>
                      <a:pt x="1133768" y="119550"/>
                    </a:lnTo>
                    <a:lnTo>
                      <a:pt x="1129015" y="171857"/>
                    </a:lnTo>
                    <a:lnTo>
                      <a:pt x="1122671" y="217829"/>
                    </a:lnTo>
                    <a:lnTo>
                      <a:pt x="1114766" y="256586"/>
                    </a:lnTo>
                    <a:lnTo>
                      <a:pt x="1106204" y="284514"/>
                    </a:lnTo>
                    <a:cubicBezTo>
                      <a:pt x="1105854" y="285672"/>
                      <a:pt x="1105387" y="286788"/>
                      <a:pt x="1104814" y="287850"/>
                    </a:cubicBezTo>
                    <a:lnTo>
                      <a:pt x="1095351" y="305502"/>
                    </a:lnTo>
                    <a:cubicBezTo>
                      <a:pt x="1093781" y="308435"/>
                      <a:pt x="1091446" y="310890"/>
                      <a:pt x="1088603" y="312611"/>
                    </a:cubicBezTo>
                    <a:lnTo>
                      <a:pt x="1078449" y="318764"/>
                    </a:lnTo>
                    <a:cubicBezTo>
                      <a:pt x="1075553" y="320528"/>
                      <a:pt x="1072222" y="321453"/>
                      <a:pt x="1068837" y="321453"/>
                    </a:cubicBezTo>
                    <a:lnTo>
                      <a:pt x="55487" y="321453"/>
                    </a:lnTo>
                    <a:lnTo>
                      <a:pt x="54107" y="322293"/>
                    </a:lnTo>
                    <a:lnTo>
                      <a:pt x="47911" y="333855"/>
                    </a:lnTo>
                    <a:lnTo>
                      <a:pt x="40325" y="358265"/>
                    </a:lnTo>
                    <a:lnTo>
                      <a:pt x="33068" y="394099"/>
                    </a:lnTo>
                    <a:lnTo>
                      <a:pt x="27010" y="438063"/>
                    </a:lnTo>
                    <a:lnTo>
                      <a:pt x="22416" y="488796"/>
                    </a:lnTo>
                    <a:lnTo>
                      <a:pt x="19499" y="545003"/>
                    </a:lnTo>
                    <a:lnTo>
                      <a:pt x="18480" y="606034"/>
                    </a:lnTo>
                    <a:close/>
                  </a:path>
                </a:pathLst>
              </a:custGeom>
              <a:solidFill>
                <a:srgbClr val="000000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07702130-FEE2-8E35-88E2-770DEB20C9E8}"/>
                  </a:ext>
                </a:extLst>
              </p:cNvPr>
              <p:cNvSpPr/>
              <p:nvPr/>
            </p:nvSpPr>
            <p:spPr>
              <a:xfrm>
                <a:off x="5613260" y="1133566"/>
                <a:ext cx="2938877" cy="680128"/>
              </a:xfrm>
              <a:custGeom>
                <a:avLst/>
                <a:gdLst>
                  <a:gd name="csX0" fmla="*/ -87 w 2938877"/>
                  <a:gd name="csY0" fmla="*/ 340050 h 680128"/>
                  <a:gd name="csX1" fmla="*/ 1469352 w 2938877"/>
                  <a:gd name="csY1" fmla="*/ -14 h 680128"/>
                  <a:gd name="csX2" fmla="*/ 2938791 w 2938877"/>
                  <a:gd name="csY2" fmla="*/ 340050 h 680128"/>
                  <a:gd name="csX3" fmla="*/ 1469352 w 2938877"/>
                  <a:gd name="csY3" fmla="*/ 680115 h 680128"/>
                  <a:gd name="csX4" fmla="*/ -87 w 2938877"/>
                  <a:gd name="csY4" fmla="*/ 340050 h 6801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938877" h="680128">
                    <a:moveTo>
                      <a:pt x="-87" y="340050"/>
                    </a:moveTo>
                    <a:cubicBezTo>
                      <a:pt x="-87" y="152238"/>
                      <a:pt x="657808" y="-14"/>
                      <a:pt x="1469352" y="-14"/>
                    </a:cubicBezTo>
                    <a:cubicBezTo>
                      <a:pt x="2280896" y="-14"/>
                      <a:pt x="2938791" y="152238"/>
                      <a:pt x="2938791" y="340050"/>
                    </a:cubicBezTo>
                    <a:cubicBezTo>
                      <a:pt x="2938791" y="527863"/>
                      <a:pt x="2280896" y="680115"/>
                      <a:pt x="1469352" y="680115"/>
                    </a:cubicBezTo>
                    <a:cubicBezTo>
                      <a:pt x="657808" y="680115"/>
                      <a:pt x="-87" y="527863"/>
                      <a:pt x="-87" y="34005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0607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7ABA99C-D01A-8FD6-8034-69CA237F40AB}"/>
                  </a:ext>
                </a:extLst>
              </p:cNvPr>
              <p:cNvSpPr txBox="1"/>
              <p:nvPr/>
            </p:nvSpPr>
            <p:spPr>
              <a:xfrm>
                <a:off x="6152743" y="1316706"/>
                <a:ext cx="1877437" cy="30008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1350" b="1" i="1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Plantago patagonica</a:t>
                </a:r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2FD752D-5987-35AF-910A-EC597F02F5F9}"/>
                </a:ext>
              </a:extLst>
            </p:cNvPr>
            <p:cNvSpPr txBox="1"/>
            <p:nvPr/>
          </p:nvSpPr>
          <p:spPr>
            <a:xfrm>
              <a:off x="7360823" y="4239632"/>
              <a:ext cx="511679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high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8AA81C9-4D07-9E4B-ACB4-A57221D880C7}"/>
                </a:ext>
              </a:extLst>
            </p:cNvPr>
            <p:cNvSpPr txBox="1"/>
            <p:nvPr/>
          </p:nvSpPr>
          <p:spPr>
            <a:xfrm>
              <a:off x="8537994" y="4239632"/>
              <a:ext cx="444352" cy="3000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35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2037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A1B915-5114-0E81-5CAB-5562BE35D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750660"/>
              </p:ext>
            </p:extLst>
          </p:nvPr>
        </p:nvGraphicFramePr>
        <p:xfrm>
          <a:off x="3615738" y="2840286"/>
          <a:ext cx="4960525" cy="4377828"/>
        </p:xfrm>
        <a:graphic>
          <a:graphicData uri="http://schemas.openxmlformats.org/drawingml/2006/table">
            <a:tbl>
              <a:tblPr firstRow="1" firstCol="1" bandRow="1"/>
              <a:tblGrid>
                <a:gridCol w="1218375">
                  <a:extLst>
                    <a:ext uri="{9D8B030D-6E8A-4147-A177-3AD203B41FA5}">
                      <a16:colId xmlns:a16="http://schemas.microsoft.com/office/drawing/2014/main" val="3022260383"/>
                    </a:ext>
                  </a:extLst>
                </a:gridCol>
                <a:gridCol w="957294">
                  <a:extLst>
                    <a:ext uri="{9D8B030D-6E8A-4147-A177-3AD203B41FA5}">
                      <a16:colId xmlns:a16="http://schemas.microsoft.com/office/drawing/2014/main" val="988884090"/>
                    </a:ext>
                  </a:extLst>
                </a:gridCol>
                <a:gridCol w="957294">
                  <a:extLst>
                    <a:ext uri="{9D8B030D-6E8A-4147-A177-3AD203B41FA5}">
                      <a16:colId xmlns:a16="http://schemas.microsoft.com/office/drawing/2014/main" val="3161181566"/>
                    </a:ext>
                  </a:extLst>
                </a:gridCol>
                <a:gridCol w="957294">
                  <a:extLst>
                    <a:ext uri="{9D8B030D-6E8A-4147-A177-3AD203B41FA5}">
                      <a16:colId xmlns:a16="http://schemas.microsoft.com/office/drawing/2014/main" val="448773945"/>
                    </a:ext>
                  </a:extLst>
                </a:gridCol>
                <a:gridCol w="435134">
                  <a:extLst>
                    <a:ext uri="{9D8B030D-6E8A-4147-A177-3AD203B41FA5}">
                      <a16:colId xmlns:a16="http://schemas.microsoft.com/office/drawing/2014/main" val="1724976197"/>
                    </a:ext>
                  </a:extLst>
                </a:gridCol>
                <a:gridCol w="435134">
                  <a:extLst>
                    <a:ext uri="{9D8B030D-6E8A-4147-A177-3AD203B41FA5}">
                      <a16:colId xmlns:a16="http://schemas.microsoft.com/office/drawing/2014/main" val="708111484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 x PT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9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9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186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GROWTH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90900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44.1209***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2.6995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0.9111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0.130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032297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shoot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 178.3746***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1.2064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0.5113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0.421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1506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94.5629***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 3.2213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1.0857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0.225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0.287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60666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 height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 2.1731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0.0069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 1.1009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031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ALLOCATION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40827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R:S ratio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36.5018***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 2.1155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0.6739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0.133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2834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RGR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12.1817***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0.0119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0.1523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649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2.0644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0.5044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0.1812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99226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LDMC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8.3839**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1.2024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0.5974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08280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SURVIVAL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2534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mortality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1.5009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2.5306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0.3944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24420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REPRODUCTION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85307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days to flowering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 1.8167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0.8656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0.8667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0.112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02744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 flowered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93645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9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11.3193***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7.8754**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0.0077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6574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9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zero-inflation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0.204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0.8181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081663"/>
                  </a:ext>
                </a:extLst>
              </a:tr>
              <a:tr h="26108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flowering structures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03275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9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4.3122*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0.6727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 0.4926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4466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9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zero-inflation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23.038***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10.265**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704934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seed number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5.0412*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1.8286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7.1231**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242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seed 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6.7250**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1.7384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7.8555**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86392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270" marR="6527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53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369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116C18-DDAF-EBB8-C5F9-61BA63D08C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709801"/>
              </p:ext>
            </p:extLst>
          </p:nvPr>
        </p:nvGraphicFramePr>
        <p:xfrm>
          <a:off x="1881826" y="2853528"/>
          <a:ext cx="8428349" cy="4351344"/>
        </p:xfrm>
        <a:graphic>
          <a:graphicData uri="http://schemas.openxmlformats.org/drawingml/2006/table">
            <a:tbl>
              <a:tblPr firstRow="1" firstCol="1" bandRow="1"/>
              <a:tblGrid>
                <a:gridCol w="1005477">
                  <a:extLst>
                    <a:ext uri="{9D8B030D-6E8A-4147-A177-3AD203B41FA5}">
                      <a16:colId xmlns:a16="http://schemas.microsoft.com/office/drawing/2014/main" val="2987695227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3296673621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4224120317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2891652200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4124048957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3698750267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4062465344"/>
                    </a:ext>
                  </a:extLst>
                </a:gridCol>
                <a:gridCol w="938524">
                  <a:extLst>
                    <a:ext uri="{9D8B030D-6E8A-4147-A177-3AD203B41FA5}">
                      <a16:colId xmlns:a16="http://schemas.microsoft.com/office/drawing/2014/main" val="3035900237"/>
                    </a:ext>
                  </a:extLst>
                </a:gridCol>
                <a:gridCol w="426602">
                  <a:extLst>
                    <a:ext uri="{9D8B030D-6E8A-4147-A177-3AD203B41FA5}">
                      <a16:colId xmlns:a16="http://schemas.microsoft.com/office/drawing/2014/main" val="2346193687"/>
                    </a:ext>
                  </a:extLst>
                </a:gridCol>
                <a:gridCol w="426602">
                  <a:extLst>
                    <a:ext uri="{9D8B030D-6E8A-4147-A177-3AD203B41FA5}">
                      <a16:colId xmlns:a16="http://schemas.microsoft.com/office/drawing/2014/main" val="3572245469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sVPD-CV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 x PT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 x sVPD-CV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PT x sVPD-CV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OT x PT x sVPD-CV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8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sz="8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4449951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GROWTH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616607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42.1948***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3.1251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2.0861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1.0453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6.6818**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6.4877*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6.9657**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0.141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0.175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012307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shoot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184.3293***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0.8007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8.7548**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0.3128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4.0071*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3.8151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0.909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0.345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0.433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224828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biomass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92.9724***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3.3317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0.0065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1.0925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2.3834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2.2751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3.6949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0.234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742598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max height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1.9401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0.0358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0.5302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1.0994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0.0117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5.6204*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0.3554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25930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RESOURCE ALLOCATION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97471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R:S ratio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38.6267***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2.6923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8.6016**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0.8986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6.3966*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2.5964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3.4765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0.101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942531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RGR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12.7805***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0.0007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0.0786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0.3424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0.7966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0.5182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5.8834*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9804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SLA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1.8832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0.4492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0.111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0.1753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0.2841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2.0341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0.1777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0.016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34173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LDMC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8.1292**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1.2131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0.0856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0.5561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0.0461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0.0098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 = 0.2471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43794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SURVIVAL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5023464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mortality 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1.5818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1.9809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0.5622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0.3407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0.1891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3.7915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0.2526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273375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REPRODUCTION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72208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days to flowering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2.4899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1.1826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0.4963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0.2623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0.8655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0.0651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05497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 flowered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19831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7.2036**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10.0314**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0.7833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0.3388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0.3699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9.7222**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2.9813 #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0.263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0.596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15460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zero-inflation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0.0247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0.575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16.8902***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64077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flowering structures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7175360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0.8824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3.3255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6.1195*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2.0336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1.1482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2.8731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1.2142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0.305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0.000*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104559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zero-inflation model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23.078***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10.632**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15.949***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771106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seed number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3.8636*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1.879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0.0613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5.2154*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0.0259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0.2191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0.6711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0.270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505435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seed mass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i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3.7370 #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2.2043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0.0224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6.4568*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0.0102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0.0282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X2 = 0.3564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0.290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0.293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1565296"/>
                  </a:ext>
                </a:extLst>
              </a:tr>
              <a:tr h="170641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df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990" marR="639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995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697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01589C3-9E9F-A070-28FE-8CF8EDDAD370}"/>
              </a:ext>
            </a:extLst>
          </p:cNvPr>
          <p:cNvGrpSpPr/>
          <p:nvPr/>
        </p:nvGrpSpPr>
        <p:grpSpPr>
          <a:xfrm>
            <a:off x="7354629" y="4475202"/>
            <a:ext cx="1573471" cy="600164"/>
            <a:chOff x="7354628" y="2875002"/>
            <a:chExt cx="1573471" cy="600164"/>
          </a:xfrm>
        </p:grpSpPr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4E7B054E-FD33-FE3A-AD90-9141F6BE1B19}"/>
                </a:ext>
              </a:extLst>
            </p:cNvPr>
            <p:cNvSpPr txBox="1"/>
            <p:nvPr/>
          </p:nvSpPr>
          <p:spPr>
            <a:xfrm>
              <a:off x="7354628" y="2875002"/>
              <a:ext cx="1573471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Helvetica" pitchFamily="2" charset="0"/>
                </a:rPr>
                <a:t>parental treatment</a:t>
              </a:r>
            </a:p>
            <a:p>
              <a:r>
                <a:rPr lang="en-US" sz="1100" dirty="0">
                  <a:latin typeface="Helvetica" pitchFamily="2" charset="0"/>
                </a:rPr>
                <a:t>      high</a:t>
              </a:r>
            </a:p>
            <a:p>
              <a:r>
                <a:rPr lang="en-US" sz="1100" dirty="0">
                  <a:latin typeface="Helvetica" pitchFamily="2" charset="0"/>
                </a:rPr>
                <a:t>      low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CAE0D5F-FE8C-3B7D-0C81-62C97E21452C}"/>
                </a:ext>
              </a:extLst>
            </p:cNvPr>
            <p:cNvSpPr/>
            <p:nvPr/>
          </p:nvSpPr>
          <p:spPr>
            <a:xfrm>
              <a:off x="7475652" y="3133660"/>
              <a:ext cx="95250" cy="92162"/>
            </a:xfrm>
            <a:prstGeom prst="ellipse">
              <a:avLst/>
            </a:prstGeom>
            <a:solidFill>
              <a:srgbClr val="548E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Triangle 96">
              <a:extLst>
                <a:ext uri="{FF2B5EF4-FFF2-40B4-BE49-F238E27FC236}">
                  <a16:creationId xmlns:a16="http://schemas.microsoft.com/office/drawing/2014/main" id="{2107B0D8-26B8-047E-0482-AAA11434ABBC}"/>
                </a:ext>
              </a:extLst>
            </p:cNvPr>
            <p:cNvSpPr/>
            <p:nvPr/>
          </p:nvSpPr>
          <p:spPr>
            <a:xfrm>
              <a:off x="7475652" y="3290766"/>
              <a:ext cx="95250" cy="92162"/>
            </a:xfrm>
            <a:prstGeom prst="triangle">
              <a:avLst/>
            </a:prstGeom>
            <a:solidFill>
              <a:srgbClr val="7A221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CAFE20F-C1AA-A81E-3923-C10D58D04E03}"/>
              </a:ext>
            </a:extLst>
          </p:cNvPr>
          <p:cNvGrpSpPr/>
          <p:nvPr/>
        </p:nvGrpSpPr>
        <p:grpSpPr>
          <a:xfrm>
            <a:off x="740721" y="2670049"/>
            <a:ext cx="6168140" cy="5285369"/>
            <a:chOff x="740721" y="2670049"/>
            <a:chExt cx="6168140" cy="5285369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48E7F3FC-A1FD-FF68-18D7-01C047601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03325" y="4295664"/>
              <a:ext cx="2034735" cy="1974890"/>
            </a:xfrm>
            <a:prstGeom prst="rect">
              <a:avLst/>
            </a:prstGeom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80F70282-A7EB-CB77-A7B8-AA67DB6E7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15814" y="4333133"/>
              <a:ext cx="2034735" cy="1974890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A559D6D4-D511-35EA-F430-DF14E225D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40721" y="2670049"/>
              <a:ext cx="2034735" cy="1974890"/>
            </a:xfrm>
            <a:prstGeom prst="rect">
              <a:avLst/>
            </a:prstGeom>
          </p:spPr>
        </p:pic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B69CA884-FB01-6408-C239-080CAE6CE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931620" y="5975899"/>
              <a:ext cx="2034956" cy="1975104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933E52C4-BBEC-4BEC-4176-18D459AE4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775456" y="2670049"/>
              <a:ext cx="2034735" cy="1974890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BCF701F7-30E4-CE15-B889-56B52290B9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810191" y="2670049"/>
              <a:ext cx="2034735" cy="1974890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DE85D55F-5CB6-123F-C86F-963C354A7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10900" y="4333133"/>
              <a:ext cx="2034735" cy="1974890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69166564-544B-2D43-826E-256AEAC3C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707300" y="4333133"/>
              <a:ext cx="2034735" cy="1974890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D461AD91-6A1D-E33E-5697-2E2A394521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0677" y="5980528"/>
              <a:ext cx="2034735" cy="197489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DA8198E9-CFF1-FBCA-0D04-B02F2E941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874126" y="5980528"/>
              <a:ext cx="2034735" cy="1974890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ED9D7FC-FFA8-540F-FAC0-F30604E13B1D}"/>
                </a:ext>
              </a:extLst>
            </p:cNvPr>
            <p:cNvSpPr txBox="1"/>
            <p:nvPr/>
          </p:nvSpPr>
          <p:spPr>
            <a:xfrm>
              <a:off x="1298178" y="2707121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a)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4932C66-35FE-F3D9-E66F-1DA6BC7FE3BF}"/>
                </a:ext>
              </a:extLst>
            </p:cNvPr>
            <p:cNvSpPr txBox="1"/>
            <p:nvPr/>
          </p:nvSpPr>
          <p:spPr>
            <a:xfrm>
              <a:off x="3398544" y="2685738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b)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BBC716C-A6FF-E821-A3BD-705846488FF3}"/>
                </a:ext>
              </a:extLst>
            </p:cNvPr>
            <p:cNvSpPr txBox="1"/>
            <p:nvPr/>
          </p:nvSpPr>
          <p:spPr>
            <a:xfrm>
              <a:off x="5305410" y="2685738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c)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E537B14A-9353-D6D1-17B0-D6A5DEB67AFD}"/>
                </a:ext>
              </a:extLst>
            </p:cNvPr>
            <p:cNvSpPr txBox="1"/>
            <p:nvPr/>
          </p:nvSpPr>
          <p:spPr>
            <a:xfrm>
              <a:off x="1313239" y="4370205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d)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22E4277-F825-2417-E48E-DA4CE0AE4219}"/>
                </a:ext>
              </a:extLst>
            </p:cNvPr>
            <p:cNvSpPr txBox="1"/>
            <p:nvPr/>
          </p:nvSpPr>
          <p:spPr>
            <a:xfrm>
              <a:off x="3414242" y="4370205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e)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1A2B3836-0D61-DE60-431F-75FBBDA604E9}"/>
                </a:ext>
              </a:extLst>
            </p:cNvPr>
            <p:cNvSpPr txBox="1"/>
            <p:nvPr/>
          </p:nvSpPr>
          <p:spPr>
            <a:xfrm>
              <a:off x="5336287" y="4370205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f)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8353C36-C1A8-0896-C4A4-D59B7A58B5D3}"/>
                </a:ext>
              </a:extLst>
            </p:cNvPr>
            <p:cNvSpPr txBox="1"/>
            <p:nvPr/>
          </p:nvSpPr>
          <p:spPr>
            <a:xfrm>
              <a:off x="1320104" y="6010298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g)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D5BAFBEE-97F8-FD57-CB81-044F5FA11812}"/>
                </a:ext>
              </a:extLst>
            </p:cNvPr>
            <p:cNvSpPr txBox="1"/>
            <p:nvPr/>
          </p:nvSpPr>
          <p:spPr>
            <a:xfrm>
              <a:off x="3435690" y="6010298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h)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5ED2479-2153-9B65-956E-1FE562330FCE}"/>
                </a:ext>
              </a:extLst>
            </p:cNvPr>
            <p:cNvSpPr txBox="1"/>
            <p:nvPr/>
          </p:nvSpPr>
          <p:spPr>
            <a:xfrm>
              <a:off x="5355918" y="6010298"/>
              <a:ext cx="3303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i)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F33EE37-4D0F-D470-931E-401BF135B11C}"/>
                </a:ext>
              </a:extLst>
            </p:cNvPr>
            <p:cNvSpPr txBox="1"/>
            <p:nvPr/>
          </p:nvSpPr>
          <p:spPr>
            <a:xfrm>
              <a:off x="1340388" y="3657494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dirty="0">
                  <a:latin typeface="Helvetica" pitchFamily="2" charset="0"/>
                </a:rPr>
                <a:t>OT x PT: ns 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FD5D1C2-BD52-315C-8499-026879A22162}"/>
                </a:ext>
              </a:extLst>
            </p:cNvPr>
            <p:cNvSpPr txBox="1"/>
            <p:nvPr/>
          </p:nvSpPr>
          <p:spPr>
            <a:xfrm>
              <a:off x="3428437" y="3657494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dirty="0">
                  <a:latin typeface="Helvetica" pitchFamily="2" charset="0"/>
                </a:rPr>
                <a:t>OT x PT: ns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EFE8A95-B01E-469F-84AA-CB34F3E1BFF2}"/>
                </a:ext>
              </a:extLst>
            </p:cNvPr>
            <p:cNvSpPr txBox="1"/>
            <p:nvPr/>
          </p:nvSpPr>
          <p:spPr>
            <a:xfrm>
              <a:off x="5355918" y="3665525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dirty="0">
                  <a:latin typeface="Helvetica" pitchFamily="2" charset="0"/>
                </a:rPr>
                <a:t>OT x PT: ns 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21FD921-2E4B-E4E7-34A8-2654914EB492}"/>
                </a:ext>
              </a:extLst>
            </p:cNvPr>
            <p:cNvSpPr txBox="1"/>
            <p:nvPr/>
          </p:nvSpPr>
          <p:spPr>
            <a:xfrm>
              <a:off x="2169372" y="5320578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dirty="0">
                  <a:latin typeface="Helvetica" pitchFamily="2" charset="0"/>
                </a:rPr>
                <a:t>OT x PT: ns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F9C70B3-63D4-5F88-376C-02D1BF19D61A}"/>
                </a:ext>
              </a:extLst>
            </p:cNvPr>
            <p:cNvSpPr txBox="1"/>
            <p:nvPr/>
          </p:nvSpPr>
          <p:spPr>
            <a:xfrm>
              <a:off x="3430783" y="5323777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dirty="0">
                  <a:latin typeface="Helvetica" pitchFamily="2" charset="0"/>
                </a:rPr>
                <a:t>PT: ns </a:t>
              </a:r>
            </a:p>
            <a:p>
              <a:r>
                <a:rPr lang="en-US" sz="900" dirty="0">
                  <a:latin typeface="Helvetica" pitchFamily="2" charset="0"/>
                </a:rPr>
                <a:t>OT x PT: ns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B1C2F93-A7A0-821A-3F95-25A814C0A13D}"/>
                </a:ext>
              </a:extLst>
            </p:cNvPr>
            <p:cNvSpPr txBox="1"/>
            <p:nvPr/>
          </p:nvSpPr>
          <p:spPr>
            <a:xfrm>
              <a:off x="5336287" y="4598116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dirty="0">
                  <a:latin typeface="Helvetica" pitchFamily="2" charset="0"/>
                </a:rPr>
                <a:t>OT x PT: ns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28EBB036-CDD4-8FD8-488B-8605ECA66C41}"/>
                </a:ext>
              </a:extLst>
            </p:cNvPr>
            <p:cNvSpPr txBox="1"/>
            <p:nvPr/>
          </p:nvSpPr>
          <p:spPr>
            <a:xfrm>
              <a:off x="1340388" y="6967973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</a:t>
              </a:r>
            </a:p>
            <a:p>
              <a:r>
                <a:rPr lang="en-US" sz="900" b="1" dirty="0">
                  <a:latin typeface="Helvetica" pitchFamily="2" charset="0"/>
                </a:rPr>
                <a:t>PT: **</a:t>
              </a:r>
            </a:p>
            <a:p>
              <a:r>
                <a:rPr lang="en-US" sz="900" dirty="0">
                  <a:latin typeface="Helvetica" pitchFamily="2" charset="0"/>
                </a:rPr>
                <a:t>OT x PT: ns 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3E4B1C8-D87C-09C5-27A3-469312922FA5}"/>
                </a:ext>
              </a:extLst>
            </p:cNvPr>
            <p:cNvSpPr txBox="1"/>
            <p:nvPr/>
          </p:nvSpPr>
          <p:spPr>
            <a:xfrm>
              <a:off x="3435690" y="6986366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***</a:t>
              </a:r>
            </a:p>
            <a:p>
              <a:r>
                <a:rPr lang="en-US" sz="900" b="1" dirty="0">
                  <a:latin typeface="Helvetica" pitchFamily="2" charset="0"/>
                </a:rPr>
                <a:t>PT: **</a:t>
              </a:r>
            </a:p>
            <a:p>
              <a:r>
                <a:rPr lang="en-US" sz="900" dirty="0">
                  <a:latin typeface="Helvetica" pitchFamily="2" charset="0"/>
                </a:rPr>
                <a:t>OT x PT: ns 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C2452CB-65D0-D91A-1B7B-DC994287BC68}"/>
                </a:ext>
              </a:extLst>
            </p:cNvPr>
            <p:cNvSpPr txBox="1"/>
            <p:nvPr/>
          </p:nvSpPr>
          <p:spPr>
            <a:xfrm>
              <a:off x="5370938" y="6976003"/>
              <a:ext cx="869132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Helvetica" pitchFamily="2" charset="0"/>
                </a:rPr>
                <a:t>OT: *</a:t>
              </a:r>
            </a:p>
            <a:p>
              <a:r>
                <a:rPr lang="en-US" sz="900" dirty="0">
                  <a:latin typeface="Helvetica" pitchFamily="2" charset="0"/>
                </a:rPr>
                <a:t>PT: ns</a:t>
              </a:r>
            </a:p>
            <a:p>
              <a:r>
                <a:rPr lang="en-US" sz="900" b="1" dirty="0">
                  <a:latin typeface="Helvetica" pitchFamily="2" charset="0"/>
                </a:rPr>
                <a:t>OT x PT: ** 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656E042-83E7-3989-B12B-0B7C65076784}"/>
                </a:ext>
              </a:extLst>
            </p:cNvPr>
            <p:cNvSpPr txBox="1"/>
            <p:nvPr/>
          </p:nvSpPr>
          <p:spPr>
            <a:xfrm>
              <a:off x="1345424" y="7646211"/>
              <a:ext cx="14350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latin typeface="Helvetica" pitchFamily="2" charset="0"/>
                </a:rPr>
                <a:t>offspring treatment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C30B061-49E2-E621-94B1-6F09DE17D048}"/>
                </a:ext>
              </a:extLst>
            </p:cNvPr>
            <p:cNvSpPr txBox="1"/>
            <p:nvPr/>
          </p:nvSpPr>
          <p:spPr>
            <a:xfrm>
              <a:off x="3439706" y="7646211"/>
              <a:ext cx="14350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latin typeface="Helvetica" pitchFamily="2" charset="0"/>
                </a:rPr>
                <a:t>offspring treatment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F2BACA8-8289-9EA4-E898-C5FA732FFEE6}"/>
                </a:ext>
              </a:extLst>
            </p:cNvPr>
            <p:cNvSpPr txBox="1"/>
            <p:nvPr/>
          </p:nvSpPr>
          <p:spPr>
            <a:xfrm>
              <a:off x="5370938" y="7650166"/>
              <a:ext cx="143506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>
                  <a:latin typeface="Helvetica" pitchFamily="2" charset="0"/>
                </a:rPr>
                <a:t>offspring treatment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B3FA37C-45DC-6A2E-FED6-D63E6DCCD18A}"/>
                </a:ext>
              </a:extLst>
            </p:cNvPr>
            <p:cNvSpPr/>
            <p:nvPr/>
          </p:nvSpPr>
          <p:spPr>
            <a:xfrm>
              <a:off x="1154323" y="4208791"/>
              <a:ext cx="5587712" cy="184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B9AB36F-FB1F-7ECB-AB99-B5C3EA0260D1}"/>
                </a:ext>
              </a:extLst>
            </p:cNvPr>
            <p:cNvSpPr txBox="1"/>
            <p:nvPr/>
          </p:nvSpPr>
          <p:spPr>
            <a:xfrm>
              <a:off x="1523140" y="4161982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B445F33-2003-1CEE-FDFB-EA352F9A121D}"/>
                </a:ext>
              </a:extLst>
            </p:cNvPr>
            <p:cNvSpPr txBox="1"/>
            <p:nvPr/>
          </p:nvSpPr>
          <p:spPr>
            <a:xfrm>
              <a:off x="2169365" y="4156896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30394E4-6EA9-4912-5203-4944256504AF}"/>
                </a:ext>
              </a:extLst>
            </p:cNvPr>
            <p:cNvSpPr txBox="1"/>
            <p:nvPr/>
          </p:nvSpPr>
          <p:spPr>
            <a:xfrm>
              <a:off x="3605315" y="4167068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8D0D68-B284-E85A-6E78-A542BAF483A9}"/>
                </a:ext>
              </a:extLst>
            </p:cNvPr>
            <p:cNvSpPr txBox="1"/>
            <p:nvPr/>
          </p:nvSpPr>
          <p:spPr>
            <a:xfrm>
              <a:off x="4251540" y="4161982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76E79E-A02C-0241-668C-50664D7745D5}"/>
                </a:ext>
              </a:extLst>
            </p:cNvPr>
            <p:cNvSpPr txBox="1"/>
            <p:nvPr/>
          </p:nvSpPr>
          <p:spPr>
            <a:xfrm>
              <a:off x="5576280" y="4153003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CA4506A-5175-398F-F5D2-717FE688791B}"/>
                </a:ext>
              </a:extLst>
            </p:cNvPr>
            <p:cNvSpPr txBox="1"/>
            <p:nvPr/>
          </p:nvSpPr>
          <p:spPr>
            <a:xfrm>
              <a:off x="6222505" y="4147917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559BD9-A0F4-08A7-5C08-2CA7EF554061}"/>
                </a:ext>
              </a:extLst>
            </p:cNvPr>
            <p:cNvSpPr/>
            <p:nvPr/>
          </p:nvSpPr>
          <p:spPr>
            <a:xfrm>
              <a:off x="1099459" y="5863016"/>
              <a:ext cx="5587712" cy="146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6878BF7-A0F3-44F3-7996-A400108C9805}"/>
                </a:ext>
              </a:extLst>
            </p:cNvPr>
            <p:cNvSpPr txBox="1"/>
            <p:nvPr/>
          </p:nvSpPr>
          <p:spPr>
            <a:xfrm>
              <a:off x="1568860" y="5807062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9A7E21-1A36-D03A-5431-F97C3251B64E}"/>
                </a:ext>
              </a:extLst>
            </p:cNvPr>
            <p:cNvSpPr txBox="1"/>
            <p:nvPr/>
          </p:nvSpPr>
          <p:spPr>
            <a:xfrm>
              <a:off x="2215085" y="5801976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EA78DE3-F443-0714-E85C-FA207BFC64C1}"/>
                </a:ext>
              </a:extLst>
            </p:cNvPr>
            <p:cNvSpPr txBox="1"/>
            <p:nvPr/>
          </p:nvSpPr>
          <p:spPr>
            <a:xfrm>
              <a:off x="3669323" y="5803004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8BF4F1-82C3-6B30-13CF-0504F74B1F5E}"/>
                </a:ext>
              </a:extLst>
            </p:cNvPr>
            <p:cNvSpPr txBox="1"/>
            <p:nvPr/>
          </p:nvSpPr>
          <p:spPr>
            <a:xfrm>
              <a:off x="4315548" y="5797918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C394EE3-6FA2-B8E6-0E6E-B2007D6DD5ED}"/>
                </a:ext>
              </a:extLst>
            </p:cNvPr>
            <p:cNvSpPr txBox="1"/>
            <p:nvPr/>
          </p:nvSpPr>
          <p:spPr>
            <a:xfrm>
              <a:off x="5521416" y="5807227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A411F4F-4969-C324-2E3E-6ABCEF7E2A89}"/>
                </a:ext>
              </a:extLst>
            </p:cNvPr>
            <p:cNvSpPr txBox="1"/>
            <p:nvPr/>
          </p:nvSpPr>
          <p:spPr>
            <a:xfrm>
              <a:off x="6167641" y="5802141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34F561A-A9ED-58A8-74BC-5DD141E1B0DE}"/>
                </a:ext>
              </a:extLst>
            </p:cNvPr>
            <p:cNvSpPr/>
            <p:nvPr/>
          </p:nvSpPr>
          <p:spPr>
            <a:xfrm>
              <a:off x="1186432" y="7508517"/>
              <a:ext cx="5587712" cy="1844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0F40AFF-94B9-A9CC-C2C0-581591371CF2}"/>
                </a:ext>
              </a:extLst>
            </p:cNvPr>
            <p:cNvSpPr txBox="1"/>
            <p:nvPr/>
          </p:nvSpPr>
          <p:spPr>
            <a:xfrm>
              <a:off x="1555249" y="7461708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4B25CB5-F49B-F07F-EFF6-E78E5539679F}"/>
                </a:ext>
              </a:extLst>
            </p:cNvPr>
            <p:cNvSpPr txBox="1"/>
            <p:nvPr/>
          </p:nvSpPr>
          <p:spPr>
            <a:xfrm>
              <a:off x="2201474" y="7456622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A2BA6C-C8A3-9B6F-1D1B-944E76C3AC03}"/>
                </a:ext>
              </a:extLst>
            </p:cNvPr>
            <p:cNvSpPr txBox="1"/>
            <p:nvPr/>
          </p:nvSpPr>
          <p:spPr>
            <a:xfrm>
              <a:off x="3637424" y="7466794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73D6C4-2624-A8BE-891D-99C06F4CBA04}"/>
                </a:ext>
              </a:extLst>
            </p:cNvPr>
            <p:cNvSpPr txBox="1"/>
            <p:nvPr/>
          </p:nvSpPr>
          <p:spPr>
            <a:xfrm>
              <a:off x="4283649" y="7461708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3CAAFCF-5EC7-6DC7-C96B-06D6D27FA07C}"/>
                </a:ext>
              </a:extLst>
            </p:cNvPr>
            <p:cNvSpPr txBox="1"/>
            <p:nvPr/>
          </p:nvSpPr>
          <p:spPr>
            <a:xfrm>
              <a:off x="5608389" y="7452729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high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84C8502-71B0-153E-AA6D-F074FFF064A6}"/>
                </a:ext>
              </a:extLst>
            </p:cNvPr>
            <p:cNvSpPr txBox="1"/>
            <p:nvPr/>
          </p:nvSpPr>
          <p:spPr>
            <a:xfrm>
              <a:off x="6254614" y="7447643"/>
              <a:ext cx="43924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Helvetica" pitchFamily="2" charset="0"/>
                </a:rPr>
                <a:t>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1721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7E45A87-6AE7-E5AB-0606-A5E2C5E6525A}"/>
              </a:ext>
            </a:extLst>
          </p:cNvPr>
          <p:cNvGrpSpPr/>
          <p:nvPr/>
        </p:nvGrpSpPr>
        <p:grpSpPr>
          <a:xfrm>
            <a:off x="700857" y="594120"/>
            <a:ext cx="2743200" cy="2778440"/>
            <a:chOff x="700857" y="594120"/>
            <a:chExt cx="2743200" cy="2778440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9F6F9D34-A55F-C551-7E41-09D873888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00857" y="629360"/>
              <a:ext cx="2743200" cy="27432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E34205-6783-ACCC-6EB0-08B9DDA6C20A}"/>
                </a:ext>
              </a:extLst>
            </p:cNvPr>
            <p:cNvSpPr txBox="1"/>
            <p:nvPr/>
          </p:nvSpPr>
          <p:spPr>
            <a:xfrm>
              <a:off x="1612903" y="934533"/>
              <a:ext cx="3251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4F4DBAA-42F1-FC77-C90D-64FAAD87CF8D}"/>
                </a:ext>
              </a:extLst>
            </p:cNvPr>
            <p:cNvSpPr txBox="1"/>
            <p:nvPr/>
          </p:nvSpPr>
          <p:spPr>
            <a:xfrm>
              <a:off x="2525523" y="594120"/>
              <a:ext cx="3251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55AF659-8C27-5B83-1186-444DA9EDCAE5}"/>
                </a:ext>
              </a:extLst>
            </p:cNvPr>
            <p:cNvSpPr txBox="1"/>
            <p:nvPr/>
          </p:nvSpPr>
          <p:spPr>
            <a:xfrm>
              <a:off x="2072457" y="1541380"/>
              <a:ext cx="3251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b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7CEABAC-12BB-2896-9DA3-CC690C9EEA0F}"/>
                </a:ext>
              </a:extLst>
            </p:cNvPr>
            <p:cNvSpPr txBox="1"/>
            <p:nvPr/>
          </p:nvSpPr>
          <p:spPr>
            <a:xfrm>
              <a:off x="2981834" y="1978434"/>
              <a:ext cx="32511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9628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B5DB3DFC-D04D-4B7C-B831-73601ACFC466}"/>
              </a:ext>
            </a:extLst>
          </p:cNvPr>
          <p:cNvGrpSpPr/>
          <p:nvPr/>
        </p:nvGrpSpPr>
        <p:grpSpPr>
          <a:xfrm>
            <a:off x="1" y="1600202"/>
            <a:ext cx="5852160" cy="7185824"/>
            <a:chOff x="1" y="1600202"/>
            <a:chExt cx="5852160" cy="7185824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33FFC9CA-0835-B271-B1E3-899F710B677B}"/>
                </a:ext>
              </a:extLst>
            </p:cNvPr>
            <p:cNvGrpSpPr/>
            <p:nvPr/>
          </p:nvGrpSpPr>
          <p:grpSpPr>
            <a:xfrm>
              <a:off x="1" y="1600202"/>
              <a:ext cx="5852160" cy="4832764"/>
              <a:chOff x="0" y="0"/>
              <a:chExt cx="6343375" cy="5238413"/>
            </a:xfrm>
          </p:grpSpPr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7445EDB9-58FF-F38C-A561-3E2CE21C3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633601" y="2495213"/>
                <a:ext cx="2743200" cy="2743200"/>
              </a:xfrm>
              <a:prstGeom prst="rect">
                <a:avLst/>
              </a:prstGeom>
            </p:spPr>
          </p:pic>
          <p:pic>
            <p:nvPicPr>
              <p:cNvPr id="24" name="Graphic 23">
                <a:extLst>
                  <a:ext uri="{FF2B5EF4-FFF2-40B4-BE49-F238E27FC236}">
                    <a16:creationId xmlns:a16="http://schemas.microsoft.com/office/drawing/2014/main" id="{91482386-F072-F031-19EC-EC9AB3398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0" y="2495213"/>
                <a:ext cx="2743200" cy="2743200"/>
              </a:xfrm>
              <a:prstGeom prst="rect">
                <a:avLst/>
              </a:prstGeom>
            </p:spPr>
          </p:pic>
          <p:pic>
            <p:nvPicPr>
              <p:cNvPr id="26" name="Graphic 25">
                <a:extLst>
                  <a:ext uri="{FF2B5EF4-FFF2-40B4-BE49-F238E27FC236}">
                    <a16:creationId xmlns:a16="http://schemas.microsoft.com/office/drawing/2014/main" id="{E9A65BC9-211A-DE05-E0B6-19749A1773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2627452" y="0"/>
                <a:ext cx="2743200" cy="2743200"/>
              </a:xfrm>
              <a:prstGeom prst="rect">
                <a:avLst/>
              </a:prstGeom>
            </p:spPr>
          </p:pic>
          <p:pic>
            <p:nvPicPr>
              <p:cNvPr id="28" name="Graphic 27">
                <a:extLst>
                  <a:ext uri="{FF2B5EF4-FFF2-40B4-BE49-F238E27FC236}">
                    <a16:creationId xmlns:a16="http://schemas.microsoft.com/office/drawing/2014/main" id="{11E014B5-D15A-4D99-5690-4E26881767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2743200" cy="2743200"/>
              </a:xfrm>
              <a:prstGeom prst="rect">
                <a:avLst/>
              </a:prstGeom>
            </p:spPr>
          </p:pic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EE4A0F-2B60-2A78-F9E2-59DDF4DF9861}"/>
                  </a:ext>
                </a:extLst>
              </p:cNvPr>
              <p:cNvSpPr/>
              <p:nvPr/>
            </p:nvSpPr>
            <p:spPr>
              <a:xfrm>
                <a:off x="892523" y="2506788"/>
                <a:ext cx="4236335" cy="1736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DA70ED03-D72D-8903-77D0-A321727D8083}"/>
                  </a:ext>
                </a:extLst>
              </p:cNvPr>
              <p:cNvSpPr/>
              <p:nvPr/>
            </p:nvSpPr>
            <p:spPr>
              <a:xfrm>
                <a:off x="2651294" y="309000"/>
                <a:ext cx="173620" cy="1610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0F8B971-7029-6D96-36B9-75C81394E1C8}"/>
                  </a:ext>
                </a:extLst>
              </p:cNvPr>
              <p:cNvSpPr/>
              <p:nvPr/>
            </p:nvSpPr>
            <p:spPr>
              <a:xfrm>
                <a:off x="2666262" y="3052200"/>
                <a:ext cx="173620" cy="161056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668F6F9-D387-EBE1-D1BB-6DD2A2AA40C2}"/>
                  </a:ext>
                </a:extLst>
              </p:cNvPr>
              <p:cNvSpPr txBox="1"/>
              <p:nvPr/>
            </p:nvSpPr>
            <p:spPr>
              <a:xfrm>
                <a:off x="155914" y="191670"/>
                <a:ext cx="423492" cy="300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Helvetica" pitchFamily="2" charset="0"/>
                  </a:rPr>
                  <a:t>a)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BF8E564F-2D2E-01B9-A5BE-C63E7799B5E3}"/>
                  </a:ext>
                </a:extLst>
              </p:cNvPr>
              <p:cNvSpPr txBox="1"/>
              <p:nvPr/>
            </p:nvSpPr>
            <p:spPr>
              <a:xfrm>
                <a:off x="145232" y="2691911"/>
                <a:ext cx="414349" cy="300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Helvetica" pitchFamily="2" charset="0"/>
                  </a:rPr>
                  <a:t>b)</a:t>
                </a:r>
              </a:p>
            </p:txBody>
          </p:sp>
          <p:grpSp>
            <p:nvGrpSpPr>
              <p:cNvPr id="143" name="Group 142">
                <a:extLst>
                  <a:ext uri="{FF2B5EF4-FFF2-40B4-BE49-F238E27FC236}">
                    <a16:creationId xmlns:a16="http://schemas.microsoft.com/office/drawing/2014/main" id="{6387565A-27DD-EBF7-3E34-BC0B99DA64C5}"/>
                  </a:ext>
                </a:extLst>
              </p:cNvPr>
              <p:cNvGrpSpPr/>
              <p:nvPr/>
            </p:nvGrpSpPr>
            <p:grpSpPr>
              <a:xfrm>
                <a:off x="5385088" y="791128"/>
                <a:ext cx="958287" cy="1134275"/>
                <a:chOff x="5385088" y="791128"/>
                <a:chExt cx="958287" cy="1134275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C9F6AAE-2490-F8B7-E836-D392F2A77296}"/>
                    </a:ext>
                  </a:extLst>
                </p:cNvPr>
                <p:cNvSpPr txBox="1"/>
                <p:nvPr/>
              </p:nvSpPr>
              <p:spPr>
                <a:xfrm>
                  <a:off x="5385088" y="791128"/>
                  <a:ext cx="607368" cy="11342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100" b="1" dirty="0">
                      <a:latin typeface="Helvetica" pitchFamily="2" charset="0"/>
                    </a:rPr>
                    <a:t>HH</a:t>
                  </a:r>
                </a:p>
                <a:p>
                  <a:endParaRPr lang="en-US" sz="600" b="1" dirty="0">
                    <a:latin typeface="Helvetica" pitchFamily="2" charset="0"/>
                  </a:endParaRPr>
                </a:p>
                <a:p>
                  <a:r>
                    <a:rPr lang="en-US" sz="1100" b="1" dirty="0">
                      <a:latin typeface="Helvetica" pitchFamily="2" charset="0"/>
                    </a:rPr>
                    <a:t>LH</a:t>
                  </a:r>
                </a:p>
                <a:p>
                  <a:endParaRPr lang="en-US" sz="600" b="1" dirty="0">
                    <a:latin typeface="Helvetica" pitchFamily="2" charset="0"/>
                  </a:endParaRPr>
                </a:p>
                <a:p>
                  <a:r>
                    <a:rPr lang="en-US" sz="1100" b="1" dirty="0">
                      <a:latin typeface="Helvetica" pitchFamily="2" charset="0"/>
                    </a:rPr>
                    <a:t>HL</a:t>
                  </a:r>
                </a:p>
                <a:p>
                  <a:endParaRPr lang="en-US" sz="600" b="1" dirty="0">
                    <a:latin typeface="Helvetica" pitchFamily="2" charset="0"/>
                  </a:endParaRPr>
                </a:p>
                <a:p>
                  <a:r>
                    <a:rPr lang="en-US" sz="1100" b="1" dirty="0">
                      <a:latin typeface="Helvetica" pitchFamily="2" charset="0"/>
                    </a:rPr>
                    <a:t>LL</a:t>
                  </a:r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1F3BDDEA-CF77-A496-7DA7-3B626C075E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81906" y="962954"/>
                  <a:ext cx="557784" cy="0"/>
                </a:xfrm>
                <a:prstGeom prst="line">
                  <a:avLst/>
                </a:prstGeom>
                <a:ln w="34925">
                  <a:solidFill>
                    <a:srgbClr val="37699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429909C2-C968-2052-F526-68D367ED4D8E}"/>
                    </a:ext>
                  </a:extLst>
                </p:cNvPr>
                <p:cNvCxnSpPr/>
                <p:nvPr/>
              </p:nvCxnSpPr>
              <p:spPr>
                <a:xfrm>
                  <a:off x="5772383" y="1479396"/>
                  <a:ext cx="164592" cy="0"/>
                </a:xfrm>
                <a:prstGeom prst="line">
                  <a:avLst/>
                </a:prstGeom>
                <a:ln w="34925">
                  <a:solidFill>
                    <a:srgbClr val="BCAB5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29C657C6-934E-412E-DB0D-2BF182FF7F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1330" y="1742952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BCA683A1-0F5C-4904-6320-9DE8015AA8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14215" y="1742954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CF521186-CF53-C1D6-63FE-711410BF50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4605" y="1743638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83E07C01-B9E7-9451-9D46-3587E07F9A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28605" y="1742952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F8CE8E8B-D312-1F9C-E643-A7FACF15E8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8315" y="1742954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548C198B-F886-2424-CD74-C13AF9477F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68705" y="1743638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6BCE5893-0F5F-43E9-F3C1-4334719605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85590" y="1742954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A66E5874-7361-2C95-232C-F9766B87B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55980" y="1743638"/>
                  <a:ext cx="45720" cy="0"/>
                </a:xfrm>
                <a:prstGeom prst="line">
                  <a:avLst/>
                </a:prstGeom>
                <a:ln w="34925">
                  <a:solidFill>
                    <a:srgbClr val="A32B6B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4F2BFACE-083E-320B-87D7-8D812CED611D}"/>
                    </a:ext>
                  </a:extLst>
                </p:cNvPr>
                <p:cNvCxnSpPr/>
                <p:nvPr/>
              </p:nvCxnSpPr>
              <p:spPr>
                <a:xfrm>
                  <a:off x="5975583" y="1479396"/>
                  <a:ext cx="164592" cy="0"/>
                </a:xfrm>
                <a:prstGeom prst="line">
                  <a:avLst/>
                </a:prstGeom>
                <a:ln w="34925">
                  <a:solidFill>
                    <a:srgbClr val="BCAB5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6C270494-729D-4BB3-76CB-6D9FFE1E1E9C}"/>
                    </a:ext>
                  </a:extLst>
                </p:cNvPr>
                <p:cNvCxnSpPr/>
                <p:nvPr/>
              </p:nvCxnSpPr>
              <p:spPr>
                <a:xfrm>
                  <a:off x="6178783" y="1479396"/>
                  <a:ext cx="164592" cy="0"/>
                </a:xfrm>
                <a:prstGeom prst="line">
                  <a:avLst/>
                </a:prstGeom>
                <a:ln w="34925">
                  <a:solidFill>
                    <a:srgbClr val="BCAB5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74113BE9-0F5F-644C-9BE9-582AD73B91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36555" y="1222252"/>
                  <a:ext cx="45720" cy="0"/>
                </a:xfrm>
                <a:prstGeom prst="line">
                  <a:avLst/>
                </a:prstGeom>
                <a:ln w="34925">
                  <a:solidFill>
                    <a:srgbClr val="1575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30CCFA07-A145-0221-05CF-252145EEC3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41330" y="1222252"/>
                  <a:ext cx="192024" cy="0"/>
                </a:xfrm>
                <a:prstGeom prst="line">
                  <a:avLst/>
                </a:prstGeom>
                <a:ln w="34925">
                  <a:solidFill>
                    <a:srgbClr val="1575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98DED7E7-F1F8-6C08-3466-4661913E91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81907" y="1222129"/>
                  <a:ext cx="192024" cy="0"/>
                </a:xfrm>
                <a:prstGeom prst="line">
                  <a:avLst/>
                </a:prstGeom>
                <a:ln w="34925">
                  <a:solidFill>
                    <a:srgbClr val="15752E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307C5FE-CF56-871C-5C07-C7CF9D72E553}"/>
                </a:ext>
              </a:extLst>
            </p:cNvPr>
            <p:cNvSpPr/>
            <p:nvPr/>
          </p:nvSpPr>
          <p:spPr>
            <a:xfrm>
              <a:off x="160423" y="1605897"/>
              <a:ext cx="4794341" cy="19161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FD812F8-5DE6-3718-A2D4-38386161F537}"/>
                </a:ext>
              </a:extLst>
            </p:cNvPr>
            <p:cNvSpPr txBox="1"/>
            <p:nvPr/>
          </p:nvSpPr>
          <p:spPr>
            <a:xfrm>
              <a:off x="2835245" y="1730298"/>
              <a:ext cx="1928234" cy="36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386C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HH β = –0.0367 ± 0.0156</a:t>
              </a:r>
            </a:p>
            <a:p>
              <a:endParaRPr lang="en-US" sz="1000" b="1" dirty="0">
                <a:solidFill>
                  <a:srgbClr val="386C9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7B1C1D8-A2E8-86D1-FFAA-B1139C796EAB}"/>
                </a:ext>
              </a:extLst>
            </p:cNvPr>
            <p:cNvSpPr txBox="1"/>
            <p:nvPr/>
          </p:nvSpPr>
          <p:spPr>
            <a:xfrm>
              <a:off x="2835244" y="1882257"/>
              <a:ext cx="1928234" cy="36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15752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LH β = 0.0213 ± 0.0143</a:t>
              </a:r>
            </a:p>
            <a:p>
              <a:endParaRPr lang="en-US" sz="1000" b="1" dirty="0">
                <a:solidFill>
                  <a:srgbClr val="15752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8AAF1F8-3C93-B9E7-A4E5-C0831C320C2A}"/>
                </a:ext>
              </a:extLst>
            </p:cNvPr>
            <p:cNvSpPr txBox="1"/>
            <p:nvPr/>
          </p:nvSpPr>
          <p:spPr>
            <a:xfrm>
              <a:off x="2843682" y="4045328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386C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HH β = –0.0343 ± 0.0385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58931D-1497-874E-A5AF-12FFFABCBDAE}"/>
                </a:ext>
              </a:extLst>
            </p:cNvPr>
            <p:cNvSpPr txBox="1"/>
            <p:nvPr/>
          </p:nvSpPr>
          <p:spPr>
            <a:xfrm>
              <a:off x="2843681" y="4197287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15752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LH β = 0.0112 ± 0.0409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C921CB-FC35-9427-AC08-6778C09BAC9D}"/>
                </a:ext>
              </a:extLst>
            </p:cNvPr>
            <p:cNvSpPr txBox="1"/>
            <p:nvPr/>
          </p:nvSpPr>
          <p:spPr>
            <a:xfrm>
              <a:off x="401885" y="1733255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C7B3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HL β = 0.0239 ± 0.0141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29DDE0-8DEA-0177-800D-091D1D9F92D7}"/>
                </a:ext>
              </a:extLst>
            </p:cNvPr>
            <p:cNvSpPr txBox="1"/>
            <p:nvPr/>
          </p:nvSpPr>
          <p:spPr>
            <a:xfrm>
              <a:off x="410320" y="1885214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A32B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 β = 0.0029 ± 0.0139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5A5F1-82EC-464E-2614-FBC4155E1BDF}"/>
                </a:ext>
              </a:extLst>
            </p:cNvPr>
            <p:cNvSpPr txBox="1"/>
            <p:nvPr/>
          </p:nvSpPr>
          <p:spPr>
            <a:xfrm>
              <a:off x="401884" y="4025730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C7B3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HL β = 0.0099 ± 0.0354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5A3861-2844-ACD2-CFB8-B02DE5CF62D8}"/>
                </a:ext>
              </a:extLst>
            </p:cNvPr>
            <p:cNvSpPr txBox="1"/>
            <p:nvPr/>
          </p:nvSpPr>
          <p:spPr>
            <a:xfrm>
              <a:off x="410319" y="4177689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A32B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 β = –0.1260 ± 0.0414</a:t>
              </a: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522317D9-34EB-8A24-C1E8-7C51A37A1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495109" y="6255252"/>
              <a:ext cx="2530773" cy="2530774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ED59AD73-1538-6DA7-20D0-FC6C92DF39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2326" y="6235654"/>
              <a:ext cx="2530773" cy="2530774"/>
            </a:xfrm>
            <a:prstGeom prst="rect">
              <a:avLst/>
            </a:prstGeom>
          </p:spPr>
        </p:pic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A6C943-00F0-66C2-5056-10D2038AEA59}"/>
                </a:ext>
              </a:extLst>
            </p:cNvPr>
            <p:cNvSpPr/>
            <p:nvPr/>
          </p:nvSpPr>
          <p:spPr>
            <a:xfrm>
              <a:off x="603450" y="6238942"/>
              <a:ext cx="4143157" cy="22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E3D014E-4E90-9D8D-65C5-864F539D0564}"/>
                </a:ext>
              </a:extLst>
            </p:cNvPr>
            <p:cNvSpPr/>
            <p:nvPr/>
          </p:nvSpPr>
          <p:spPr>
            <a:xfrm rot="5400000">
              <a:off x="2048691" y="7353513"/>
              <a:ext cx="1088814" cy="22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0B4E32E-158B-1007-6C29-6303E570D79F}"/>
                </a:ext>
              </a:extLst>
            </p:cNvPr>
            <p:cNvSpPr txBox="1"/>
            <p:nvPr/>
          </p:nvSpPr>
          <p:spPr>
            <a:xfrm>
              <a:off x="2868989" y="6387001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386C9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HH β = 1.0269 ± 0.4340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5B7A838-8321-9526-E8B3-C91F2A1B622A}"/>
                </a:ext>
              </a:extLst>
            </p:cNvPr>
            <p:cNvSpPr txBox="1"/>
            <p:nvPr/>
          </p:nvSpPr>
          <p:spPr>
            <a:xfrm>
              <a:off x="2868988" y="6538959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15752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LH β = 0.0162 ± 0.1590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F1B78E7-4B4F-4E16-D24F-F415DF1296B3}"/>
                </a:ext>
              </a:extLst>
            </p:cNvPr>
            <p:cNvSpPr txBox="1"/>
            <p:nvPr/>
          </p:nvSpPr>
          <p:spPr>
            <a:xfrm>
              <a:off x="427191" y="6367403"/>
              <a:ext cx="1928234" cy="36912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C7B34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HL β = 5.7898 ± 1.5600</a:t>
              </a:r>
            </a:p>
            <a:p>
              <a:endParaRPr lang="en-US" sz="1000" b="1" dirty="0">
                <a:solidFill>
                  <a:srgbClr val="C7B344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EBA0A02-90B0-3AEC-5465-21CCCBD2C10D}"/>
                </a:ext>
              </a:extLst>
            </p:cNvPr>
            <p:cNvSpPr txBox="1"/>
            <p:nvPr/>
          </p:nvSpPr>
          <p:spPr>
            <a:xfrm>
              <a:off x="435626" y="6519361"/>
              <a:ext cx="1928234" cy="2271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rgbClr val="A32B6B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LL β = -0.1083 ± 0.2190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4BF6386-B1B6-C62E-E977-580BDF8AF26E}"/>
                </a:ext>
              </a:extLst>
            </p:cNvPr>
            <p:cNvSpPr txBox="1"/>
            <p:nvPr/>
          </p:nvSpPr>
          <p:spPr>
            <a:xfrm>
              <a:off x="169589" y="6424191"/>
              <a:ext cx="3559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Helvetica" pitchFamily="2" charset="0"/>
                </a:rPr>
                <a:t>c)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441E67B-9545-0611-E782-31CAF8686F22}"/>
                </a:ext>
              </a:extLst>
            </p:cNvPr>
            <p:cNvSpPr txBox="1"/>
            <p:nvPr/>
          </p:nvSpPr>
          <p:spPr>
            <a:xfrm>
              <a:off x="4357319" y="1750768"/>
              <a:ext cx="350021" cy="4827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141F466-52E5-693F-D162-D5072A169006}"/>
                </a:ext>
              </a:extLst>
            </p:cNvPr>
            <p:cNvSpPr txBox="1"/>
            <p:nvPr/>
          </p:nvSpPr>
          <p:spPr>
            <a:xfrm>
              <a:off x="4307528" y="6411185"/>
              <a:ext cx="350021" cy="4827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3428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078C4-8FC5-3749-6E2E-AD1072C25580}"/>
              </a:ext>
            </a:extLst>
          </p:cNvPr>
          <p:cNvSpPr txBox="1"/>
          <p:nvPr/>
        </p:nvSpPr>
        <p:spPr>
          <a:xfrm>
            <a:off x="4370119" y="4687784"/>
            <a:ext cx="204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OLD MANUSCRIPT</a:t>
            </a:r>
          </a:p>
        </p:txBody>
      </p:sp>
    </p:spTree>
    <p:extLst>
      <p:ext uri="{BB962C8B-B14F-4D97-AF65-F5344CB8AC3E}">
        <p14:creationId xmlns:p14="http://schemas.microsoft.com/office/powerpoint/2010/main" val="81147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ECF78B-1594-3B6D-AB15-0FA299D9EE50}"/>
              </a:ext>
            </a:extLst>
          </p:cNvPr>
          <p:cNvSpPr txBox="1"/>
          <p:nvPr/>
        </p:nvSpPr>
        <p:spPr>
          <a:xfrm>
            <a:off x="414670" y="1919177"/>
            <a:ext cx="8463516" cy="6314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200" b="1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Evidence of transgenerational plasticity in response to water limitation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We found measurable phenotypic differences in two traits affected by offspring and parental treatments (Table 1; significant OT x PT term), confirming expression of transgenerational plasticity across all 11 populations of </a:t>
            </a:r>
            <a:r>
              <a:rPr lang="en-US" sz="12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P. patagonica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in response to water limitation, but only in traits related to reproduction. Across all populations, in dry treatments, plant offspring of water limited parents (</a:t>
            </a:r>
            <a:r>
              <a:rPr lang="en-US" sz="1200" u="sng" dirty="0">
                <a:solidFill>
                  <a:srgbClr val="467886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DD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 produced 66% fewer seed than plant offspring of well-watered parents (CD) (difference significant at P &lt;.0001). Offspring of parents grown in well-watered conditions grown in well-watered conditions (CC) produced less seed than offspring of drought stressed parents (DC), but this result was non-significant (Figure 3I). In addition, there was evidence of transgenerational effects in seed mass. In dry treatments, plants of water limited parents (DD) produced seed that was roughly 48% lighter in mass than seeds from plant offspring of well-watered parents (CD) (difference significant at P &lt;.0001). Interestingly, in well-watered conditions, plants with parents who were water limited (DC) produced heavier seed than plants with parents who were well watered (CC), with seed weighing 20% heavier on average (difference significant at P = 0.0469) (Figure 3J).</a:t>
            </a:r>
          </a:p>
          <a:p>
            <a:pPr>
              <a:lnSpc>
                <a:spcPct val="200000"/>
              </a:lnSpc>
            </a:pP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Additionally, for number of plants that flowered, there were measurable phenotypic differences affected by offspring and parental treatments, but not their interaction (Table 1; significant OT term, significant PT term), suggesting independent effects of parental and offspring environment rather than interactive. Regardless of watering treatment in the parental generation, plants who experienced well-watered conditions in the offspring generation (CC, DC) flowered 57% more than plants who experienced water-limitation in the offspring generation (CD, DD) (P = 0.0001). However, comparing across parental treatment, plants from water limited parents (DC, DD) flowered 25% more often than plants from well-watered parents (CC, CD) (P = 0.0009) (Figure 3G). </a:t>
            </a:r>
          </a:p>
        </p:txBody>
      </p:sp>
    </p:spTree>
    <p:extLst>
      <p:ext uri="{BB962C8B-B14F-4D97-AF65-F5344CB8AC3E}">
        <p14:creationId xmlns:p14="http://schemas.microsoft.com/office/powerpoint/2010/main" val="1291553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3747251-E8A6-585A-3DC9-C18AD6BD7291}"/>
              </a:ext>
            </a:extLst>
          </p:cNvPr>
          <p:cNvGrpSpPr/>
          <p:nvPr/>
        </p:nvGrpSpPr>
        <p:grpSpPr>
          <a:xfrm>
            <a:off x="1" y="1600200"/>
            <a:ext cx="11453555" cy="6125618"/>
            <a:chOff x="0" y="0"/>
            <a:chExt cx="11453555" cy="6125618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1020C29-252E-37FB-6139-B52F75BBD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0"/>
              <a:ext cx="2971800" cy="2971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2B478A-7033-112A-125A-54F3B7452165}"/>
                </a:ext>
              </a:extLst>
            </p:cNvPr>
            <p:cNvSpPr txBox="1"/>
            <p:nvPr/>
          </p:nvSpPr>
          <p:spPr>
            <a:xfrm>
              <a:off x="9840499" y="5871702"/>
              <a:ext cx="161305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R = 0.111 , P = 0.0079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C1ADC34-7E05-5A56-1576-05C569C3A3F0}"/>
                </a:ext>
              </a:extLst>
            </p:cNvPr>
            <p:cNvSpPr txBox="1"/>
            <p:nvPr/>
          </p:nvSpPr>
          <p:spPr>
            <a:xfrm>
              <a:off x="422335" y="20360"/>
              <a:ext cx="541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a)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843278E-890B-B03A-432C-1DCE8681A82A}"/>
                </a:ext>
              </a:extLst>
            </p:cNvPr>
            <p:cNvSpPr txBox="1"/>
            <p:nvPr/>
          </p:nvSpPr>
          <p:spPr>
            <a:xfrm>
              <a:off x="1052807" y="20360"/>
              <a:ext cx="19487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R = -0.129, P = 0.0021</a:t>
              </a:r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2513A93-BD73-B16A-8305-8950A9F59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71800" y="0"/>
              <a:ext cx="2971800" cy="29718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EADD463-316C-C672-3F06-528AD241FF26}"/>
                </a:ext>
              </a:extLst>
            </p:cNvPr>
            <p:cNvSpPr txBox="1"/>
            <p:nvPr/>
          </p:nvSpPr>
          <p:spPr>
            <a:xfrm>
              <a:off x="3466212" y="20360"/>
              <a:ext cx="541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b)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7FC5616-6BDF-F4B9-F7A3-3A6F4D08C5C3}"/>
                </a:ext>
              </a:extLst>
            </p:cNvPr>
            <p:cNvSpPr txBox="1"/>
            <p:nvPr/>
          </p:nvSpPr>
          <p:spPr>
            <a:xfrm>
              <a:off x="3916430" y="20360"/>
              <a:ext cx="19487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R = 0.336, P = 2.2E-16</a:t>
              </a: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39CF2FFE-EB88-428A-29E6-E1D4EE0D6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0" y="2992160"/>
              <a:ext cx="2971800" cy="29718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091D53D-B2B5-5758-1F1C-DDA18C1585B0}"/>
                </a:ext>
              </a:extLst>
            </p:cNvPr>
            <p:cNvSpPr txBox="1"/>
            <p:nvPr/>
          </p:nvSpPr>
          <p:spPr>
            <a:xfrm>
              <a:off x="503270" y="3046721"/>
              <a:ext cx="54127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latin typeface="Helvetica" pitchFamily="2" charset="0"/>
                </a:rPr>
                <a:t>c)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AD19EB2-E006-BA04-3E67-F4A3BAD7A6A0}"/>
                </a:ext>
              </a:extLst>
            </p:cNvPr>
            <p:cNvSpPr txBox="1"/>
            <p:nvPr/>
          </p:nvSpPr>
          <p:spPr>
            <a:xfrm>
              <a:off x="963611" y="3046721"/>
              <a:ext cx="194872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latin typeface="Helvetica" pitchFamily="2" charset="0"/>
                </a:rPr>
                <a:t>R = -0.292, P = 2.2E-16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1760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564150-1A29-AD4E-6105-BB19C638C84C}"/>
              </a:ext>
            </a:extLst>
          </p:cNvPr>
          <p:cNvGraphicFramePr>
            <a:graphicFrameLocks noGrp="1"/>
          </p:cNvGraphicFramePr>
          <p:nvPr/>
        </p:nvGraphicFramePr>
        <p:xfrm>
          <a:off x="3746500" y="5068094"/>
          <a:ext cx="4699000" cy="1066800"/>
        </p:xfrm>
        <a:graphic>
          <a:graphicData uri="http://schemas.openxmlformats.org/drawingml/2006/table">
            <a:tbl>
              <a:tblPr firstRow="1" firstCol="1" bandRow="1"/>
              <a:tblGrid>
                <a:gridCol w="571500">
                  <a:extLst>
                    <a:ext uri="{9D8B030D-6E8A-4147-A177-3AD203B41FA5}">
                      <a16:colId xmlns:a16="http://schemas.microsoft.com/office/drawing/2014/main" val="374915224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172274400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27199696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2410667498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359604495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1841057836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a)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seed number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seed mass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mortality rate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flowering rate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b)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spring VPD CV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42416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RGR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-0.0604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-0.093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-0.129**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0.007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-0.034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433065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root biomass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0.105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-0.051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0.336***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/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-0.292***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282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7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38310</TotalTime>
  <Words>2570</Words>
  <Application>Microsoft Macintosh PowerPoint</Application>
  <PresentationFormat>Custom</PresentationFormat>
  <Paragraphs>636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Helvetica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Wallace, Madeleine - (maddiewallace)</dc:creator>
  <cp:lastModifiedBy>Wallace, Madeleine - (maddiewallace)</cp:lastModifiedBy>
  <cp:revision>4</cp:revision>
  <cp:lastPrinted>2025-02-08T21:43:44Z</cp:lastPrinted>
  <dcterms:created xsi:type="dcterms:W3CDTF">2024-06-12T19:22:56Z</dcterms:created>
  <dcterms:modified xsi:type="dcterms:W3CDTF">2026-01-08T19:21:33Z</dcterms:modified>
</cp:coreProperties>
</file>